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70" r:id="rId7"/>
    <p:sldId id="298" r:id="rId8"/>
    <p:sldId id="261" r:id="rId9"/>
    <p:sldId id="258" r:id="rId10"/>
  </p:sldIdLst>
  <p:sldSz cx="9144000" cy="5143500" type="screen16x9"/>
  <p:notesSz cx="6858000" cy="9144000"/>
  <p:embeddedFontLst>
    <p:embeddedFont>
      <p:font typeface="Orbitron ExtraBold" panose="020B0604020202020204" charset="0"/>
      <p:bold r:id="rId12"/>
    </p:embeddedFont>
    <p:embeddedFont>
      <p:font typeface="Advent Pro" panose="020B0604020202020204" charset="0"/>
      <p:regular r:id="rId13"/>
      <p:bold r:id="rId14"/>
      <p:italic r:id="rId15"/>
      <p:boldItalic r:id="rId16"/>
    </p:embeddedFont>
    <p:embeddedFont>
      <p:font typeface="Advent Pro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629C16-9143-414F-8E94-D844AB1F5377}">
  <a:tblStyle styleId="{B6629C16-9143-414F-8E94-D844AB1F53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Google Shape;54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1" name="Google Shape;54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" name="Google Shape;5580;g6edfa80311_0_37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1" name="Google Shape;5581;g6edfa80311_0_37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2" name="Google Shape;5622;g6e7e45355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3" name="Google Shape;5623;g6e7e45355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g6e7e45355d_0_27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6" name="Google Shape;5716;g6e7e45355d_0_27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2" name="Google Shape;5792;g6edfa80311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3" name="Google Shape;5793;g6edfa80311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7" name="Google Shape;6777;g6edfa80311_0_36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8" name="Google Shape;6778;g6edfa80311_0_36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" name="Google Shape;5734;g6edfa8031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5" name="Google Shape;5735;g6edfa8031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7" name="Google Shape;5597;g6e7e45355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8" name="Google Shape;5598;g6e7e45355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89700" y="2044500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53050" y="375737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3"/>
          <p:cNvGrpSpPr/>
          <p:nvPr/>
        </p:nvGrpSpPr>
        <p:grpSpPr>
          <a:xfrm>
            <a:off x="-259862" y="786553"/>
            <a:ext cx="1443946" cy="721968"/>
            <a:chOff x="311697" y="-12"/>
            <a:chExt cx="4437449" cy="2218709"/>
          </a:xfrm>
        </p:grpSpPr>
        <p:sp>
          <p:nvSpPr>
            <p:cNvPr id="14" name="Google Shape;1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"/>
          <p:cNvGrpSpPr/>
          <p:nvPr/>
        </p:nvGrpSpPr>
        <p:grpSpPr>
          <a:xfrm>
            <a:off x="7969738" y="1388253"/>
            <a:ext cx="1443946" cy="721968"/>
            <a:chOff x="311697" y="-12"/>
            <a:chExt cx="4437449" cy="2218709"/>
          </a:xfrm>
        </p:grpSpPr>
        <p:sp>
          <p:nvSpPr>
            <p:cNvPr id="344" name="Google Shape;344;p3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3"/>
          <p:cNvGrpSpPr/>
          <p:nvPr/>
        </p:nvGrpSpPr>
        <p:grpSpPr>
          <a:xfrm>
            <a:off x="-98650" y="3310126"/>
            <a:ext cx="9242700" cy="2002824"/>
            <a:chOff x="-98650" y="3310126"/>
            <a:chExt cx="9242700" cy="2002824"/>
          </a:xfrm>
        </p:grpSpPr>
        <p:grpSp>
          <p:nvGrpSpPr>
            <p:cNvPr id="674" name="Google Shape;674;p3"/>
            <p:cNvGrpSpPr/>
            <p:nvPr/>
          </p:nvGrpSpPr>
          <p:grpSpPr>
            <a:xfrm>
              <a:off x="2788951" y="3310126"/>
              <a:ext cx="831787" cy="721972"/>
              <a:chOff x="2788951" y="3310126"/>
              <a:chExt cx="831787" cy="721972"/>
            </a:xfrm>
          </p:grpSpPr>
          <p:sp>
            <p:nvSpPr>
              <p:cNvPr id="675" name="Google Shape;675;p3"/>
              <p:cNvSpPr/>
              <p:nvPr/>
            </p:nvSpPr>
            <p:spPr>
              <a:xfrm>
                <a:off x="3412729" y="3947714"/>
                <a:ext cx="11097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6" y="2415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>
                <a:off x="3315694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>
                <a:off x="3204826" y="3947714"/>
                <a:ext cx="110903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>
                <a:off x="3107791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0" y="1"/>
                    </a:moveTo>
                    <a:lnTo>
                      <a:pt x="0" y="2415"/>
                    </a:lnTo>
                    <a:lnTo>
                      <a:pt x="2778" y="2415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>
                <a:off x="2996888" y="3947714"/>
                <a:ext cx="110938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3175" y="2415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>
                <a:off x="2899853" y="3947714"/>
                <a:ext cx="97070" cy="8438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416" extrusionOk="0">
                    <a:moveTo>
                      <a:pt x="1" y="1"/>
                    </a:moveTo>
                    <a:lnTo>
                      <a:pt x="1" y="2415"/>
                    </a:lnTo>
                    <a:lnTo>
                      <a:pt x="2779" y="2415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>
                <a:off x="3412729" y="3836850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>
                <a:off x="3315694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>
                <a:off x="3204826" y="3836850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>
                <a:off x="3107791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>
                <a:off x="2996888" y="3836850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>
                <a:off x="2899853" y="3836850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"/>
              <p:cNvSpPr/>
              <p:nvPr/>
            </p:nvSpPr>
            <p:spPr>
              <a:xfrm>
                <a:off x="3412729" y="3739819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"/>
              <p:cNvSpPr/>
              <p:nvPr/>
            </p:nvSpPr>
            <p:spPr>
              <a:xfrm>
                <a:off x="3315694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"/>
              <p:cNvSpPr/>
              <p:nvPr/>
            </p:nvSpPr>
            <p:spPr>
              <a:xfrm>
                <a:off x="3204826" y="3739819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>
                <a:off x="3107791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>
                <a:off x="2996888" y="3739819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>
                <a:off x="2899853" y="3739819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"/>
              <p:cNvSpPr/>
              <p:nvPr/>
            </p:nvSpPr>
            <p:spPr>
              <a:xfrm>
                <a:off x="3412729" y="3628885"/>
                <a:ext cx="11097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6" y="3176"/>
                    </a:lnTo>
                    <a:lnTo>
                      <a:pt x="3176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"/>
              <p:cNvSpPr/>
              <p:nvPr/>
            </p:nvSpPr>
            <p:spPr>
              <a:xfrm>
                <a:off x="3315694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3204826" y="3628885"/>
                <a:ext cx="110903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107791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0" y="1"/>
                    </a:moveTo>
                    <a:lnTo>
                      <a:pt x="0" y="3176"/>
                    </a:lnTo>
                    <a:lnTo>
                      <a:pt x="2778" y="3176"/>
                    </a:lnTo>
                    <a:lnTo>
                      <a:pt x="2778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2996888" y="3628885"/>
                <a:ext cx="110938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3175" y="3176"/>
                    </a:lnTo>
                    <a:lnTo>
                      <a:pt x="3175" y="1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2899853" y="3628885"/>
                <a:ext cx="97070" cy="11096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7" extrusionOk="0">
                    <a:moveTo>
                      <a:pt x="1" y="1"/>
                    </a:moveTo>
                    <a:lnTo>
                      <a:pt x="1" y="3176"/>
                    </a:lnTo>
                    <a:lnTo>
                      <a:pt x="2779" y="3176"/>
                    </a:lnTo>
                    <a:lnTo>
                      <a:pt x="2779" y="1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3523667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3412729" y="3518022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3315694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3204826" y="3518022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3107791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2778" y="3175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2996888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3175" y="3175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2899853" y="3518022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5"/>
                    </a:lnTo>
                    <a:lnTo>
                      <a:pt x="2779" y="3175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2788951" y="3518022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5"/>
                    </a:lnTo>
                    <a:lnTo>
                      <a:pt x="3176" y="3175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3523667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3412729" y="3420990"/>
                <a:ext cx="11097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3315694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3204826" y="3420990"/>
                <a:ext cx="110903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3107791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2778" y="277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2996888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3175" y="2778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D9D9D9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2899853" y="3420990"/>
                <a:ext cx="97070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2779" extrusionOk="0">
                    <a:moveTo>
                      <a:pt x="1" y="0"/>
                    </a:moveTo>
                    <a:lnTo>
                      <a:pt x="1" y="2778"/>
                    </a:lnTo>
                    <a:lnTo>
                      <a:pt x="2779" y="2778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2788951" y="3420990"/>
                <a:ext cx="110938" cy="97064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2779" extrusionOk="0">
                    <a:moveTo>
                      <a:pt x="0" y="0"/>
                    </a:moveTo>
                    <a:lnTo>
                      <a:pt x="0" y="2778"/>
                    </a:lnTo>
                    <a:lnTo>
                      <a:pt x="3176" y="2778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3523667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3412729" y="3310126"/>
                <a:ext cx="11097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7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3315694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3204826" y="3310126"/>
                <a:ext cx="110903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3107791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2778" y="3174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2996888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3175" y="3174"/>
                    </a:lnTo>
                    <a:lnTo>
                      <a:pt x="3175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2899853" y="3310126"/>
                <a:ext cx="97070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2779" h="3175" extrusionOk="0">
                    <a:moveTo>
                      <a:pt x="1" y="0"/>
                    </a:moveTo>
                    <a:lnTo>
                      <a:pt x="1" y="3174"/>
                    </a:lnTo>
                    <a:lnTo>
                      <a:pt x="2779" y="3174"/>
                    </a:lnTo>
                    <a:lnTo>
                      <a:pt x="2779" y="0"/>
                    </a:lnTo>
                    <a:close/>
                  </a:path>
                </a:pathLst>
              </a:custGeom>
              <a:solidFill>
                <a:srgbClr val="666666"/>
              </a:solidFill>
              <a:ln w="9525" cap="flat" cmpd="sng">
                <a:solidFill>
                  <a:srgbClr val="66666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2788951" y="3310126"/>
                <a:ext cx="110938" cy="110895"/>
              </a:xfrm>
              <a:custGeom>
                <a:avLst/>
                <a:gdLst/>
                <a:ahLst/>
                <a:cxnLst/>
                <a:rect l="l" t="t" r="r" b="b"/>
                <a:pathLst>
                  <a:path w="3176" h="3175" extrusionOk="0">
                    <a:moveTo>
                      <a:pt x="0" y="0"/>
                    </a:moveTo>
                    <a:lnTo>
                      <a:pt x="0" y="3174"/>
                    </a:lnTo>
                    <a:lnTo>
                      <a:pt x="3176" y="3174"/>
                    </a:lnTo>
                    <a:lnTo>
                      <a:pt x="3176" y="0"/>
                    </a:lnTo>
                    <a:close/>
                  </a:path>
                </a:pathLst>
              </a:custGeom>
              <a:solidFill>
                <a:srgbClr val="434343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3"/>
            <p:cNvGrpSpPr/>
            <p:nvPr/>
          </p:nvGrpSpPr>
          <p:grpSpPr>
            <a:xfrm>
              <a:off x="-98650" y="4010850"/>
              <a:ext cx="9242700" cy="1302100"/>
              <a:chOff x="-98650" y="4010850"/>
              <a:chExt cx="9242700" cy="1302100"/>
            </a:xfrm>
          </p:grpSpPr>
          <p:sp>
            <p:nvSpPr>
              <p:cNvPr id="724" name="Google Shape;724;p3"/>
              <p:cNvSpPr/>
              <p:nvPr/>
            </p:nvSpPr>
            <p:spPr>
              <a:xfrm>
                <a:off x="-98650" y="4010850"/>
                <a:ext cx="92427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-98650" y="4584050"/>
                <a:ext cx="92427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-98650" y="4745950"/>
                <a:ext cx="92427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27" name="Google Shape;727;p3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8" name="Google Shape;728;p3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729" name="Google Shape;729;p3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"/>
          <p:cNvSpPr txBox="1">
            <a:spLocks noGrp="1"/>
          </p:cNvSpPr>
          <p:nvPr>
            <p:ph type="body" idx="1"/>
          </p:nvPr>
        </p:nvSpPr>
        <p:spPr>
          <a:xfrm>
            <a:off x="778900" y="1013975"/>
            <a:ext cx="7072500" cy="3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2" name="Google Shape;732;p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"/>
          <p:cNvSpPr txBox="1">
            <a:spLocks noGrp="1"/>
          </p:cNvSpPr>
          <p:nvPr>
            <p:ph type="subTitle" idx="1"/>
          </p:nvPr>
        </p:nvSpPr>
        <p:spPr>
          <a:xfrm>
            <a:off x="15240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5"/>
          <p:cNvSpPr txBox="1">
            <a:spLocks noGrp="1"/>
          </p:cNvSpPr>
          <p:nvPr>
            <p:ph type="subTitle" idx="2"/>
          </p:nvPr>
        </p:nvSpPr>
        <p:spPr>
          <a:xfrm>
            <a:off x="15240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5"/>
          <p:cNvSpPr txBox="1">
            <a:spLocks noGrp="1"/>
          </p:cNvSpPr>
          <p:nvPr>
            <p:ph type="subTitle" idx="3"/>
          </p:nvPr>
        </p:nvSpPr>
        <p:spPr>
          <a:xfrm>
            <a:off x="4876800" y="3286279"/>
            <a:ext cx="2743200" cy="27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ato Black"/>
              <a:buNone/>
              <a:defRPr sz="16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5"/>
          <p:cNvSpPr txBox="1">
            <a:spLocks noGrp="1"/>
          </p:cNvSpPr>
          <p:nvPr>
            <p:ph type="subTitle" idx="4"/>
          </p:nvPr>
        </p:nvSpPr>
        <p:spPr>
          <a:xfrm>
            <a:off x="4876800" y="3642360"/>
            <a:ext cx="2743200" cy="8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ato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38" name="Google Shape;73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6"/>
        </a:solidFill>
        <a:effectLst/>
      </p:bgPr>
    </p:bg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"/>
          <p:cNvSpPr txBox="1">
            <a:spLocks noGrp="1"/>
          </p:cNvSpPr>
          <p:nvPr>
            <p:ph type="body" idx="1"/>
          </p:nvPr>
        </p:nvSpPr>
        <p:spPr>
          <a:xfrm>
            <a:off x="3038700" y="1995800"/>
            <a:ext cx="30666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2pPr>
            <a:lvl3pPr marL="1371600" lvl="2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3pPr>
            <a:lvl4pPr marL="1828800" lvl="3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marL="2286000" lvl="4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marL="2743200" lvl="5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marL="3200400" lvl="6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marL="3657600" lvl="7" indent="-330200" algn="ctr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marL="4114800" lvl="8" indent="-330200" algn="ctr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743" name="Google Shape;743;p7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8"/>
          <p:cNvGrpSpPr/>
          <p:nvPr/>
        </p:nvGrpSpPr>
        <p:grpSpPr>
          <a:xfrm flipH="1">
            <a:off x="3794690" y="3966899"/>
            <a:ext cx="882039" cy="932704"/>
            <a:chOff x="7230575" y="3501811"/>
            <a:chExt cx="1540410" cy="1636035"/>
          </a:xfrm>
        </p:grpSpPr>
        <p:grpSp>
          <p:nvGrpSpPr>
            <p:cNvPr id="746" name="Google Shape;746;p8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747" name="Google Shape;747;p8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8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8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8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8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8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8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8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8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8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8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8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8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8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8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8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8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8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8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8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8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8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8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8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8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8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8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8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8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8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8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8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8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8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8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8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8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8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5" name="Google Shape;785;p8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8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8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8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8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8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8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2" name="Google Shape;792;p8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793" name="Google Shape;793;p8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8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8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8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8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8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8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8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8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8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8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8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8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8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8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8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8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8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8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8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8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8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8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8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8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8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8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8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8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8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8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8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8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8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8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8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8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8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8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8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8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8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8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8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8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8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8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8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8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8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8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8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8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8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8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8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8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8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8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8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8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8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8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8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8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8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8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8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8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8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8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8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8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8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8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8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8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8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8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8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8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8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8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8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8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8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8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8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8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8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8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8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8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8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8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8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8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8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8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8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8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8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8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8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8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8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8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8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8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8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8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8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8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8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8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8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8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8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8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8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8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8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8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8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8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32" name="Google Shape;932;p8"/>
          <p:cNvGrpSpPr/>
          <p:nvPr/>
        </p:nvGrpSpPr>
        <p:grpSpPr>
          <a:xfrm flipH="1">
            <a:off x="4772527" y="4289713"/>
            <a:ext cx="576768" cy="609899"/>
            <a:chOff x="6163859" y="4325295"/>
            <a:chExt cx="1007280" cy="1069810"/>
          </a:xfrm>
        </p:grpSpPr>
        <p:sp>
          <p:nvSpPr>
            <p:cNvPr id="933" name="Google Shape;933;p8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8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8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8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8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8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8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8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8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8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8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8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8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8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8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8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8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8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8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8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8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8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8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8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8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8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8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8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8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8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8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8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8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8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8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8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8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8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8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8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8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8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8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8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8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8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8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8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8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8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8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8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8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8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8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8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8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8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8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8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8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8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8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8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8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8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7" name="Google Shape;1117;p8"/>
          <p:cNvSpPr/>
          <p:nvPr/>
        </p:nvSpPr>
        <p:spPr>
          <a:xfrm>
            <a:off x="319350" y="243900"/>
            <a:ext cx="8505300" cy="46557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8"/>
          <p:cNvSpPr txBox="1">
            <a:spLocks noGrp="1"/>
          </p:cNvSpPr>
          <p:nvPr>
            <p:ph type="title"/>
          </p:nvPr>
        </p:nvSpPr>
        <p:spPr>
          <a:xfrm>
            <a:off x="1812600" y="1266825"/>
            <a:ext cx="55188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119" name="Google Shape;1119;p8"/>
          <p:cNvGrpSpPr/>
          <p:nvPr/>
        </p:nvGrpSpPr>
        <p:grpSpPr>
          <a:xfrm>
            <a:off x="7398069" y="2977147"/>
            <a:ext cx="1128443" cy="564218"/>
            <a:chOff x="311697" y="-12"/>
            <a:chExt cx="4437449" cy="2218709"/>
          </a:xfrm>
        </p:grpSpPr>
        <p:sp>
          <p:nvSpPr>
            <p:cNvPr id="1120" name="Google Shape;112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9" name="Google Shape;1449;p8"/>
          <p:cNvGrpSpPr/>
          <p:nvPr/>
        </p:nvGrpSpPr>
        <p:grpSpPr>
          <a:xfrm>
            <a:off x="560813" y="539503"/>
            <a:ext cx="1443946" cy="721968"/>
            <a:chOff x="311697" y="-12"/>
            <a:chExt cx="4437449" cy="2218709"/>
          </a:xfrm>
        </p:grpSpPr>
        <p:sp>
          <p:nvSpPr>
            <p:cNvPr id="1450" name="Google Shape;1450;p8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8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8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8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8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8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8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8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9" name="Google Shape;1779;p8"/>
          <p:cNvGrpSpPr/>
          <p:nvPr/>
        </p:nvGrpSpPr>
        <p:grpSpPr>
          <a:xfrm>
            <a:off x="4103916" y="1106508"/>
            <a:ext cx="264001" cy="226285"/>
            <a:chOff x="753950" y="238125"/>
            <a:chExt cx="6111125" cy="5238075"/>
          </a:xfrm>
        </p:grpSpPr>
        <p:sp>
          <p:nvSpPr>
            <p:cNvPr id="1780" name="Google Shape;1780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7" name="Google Shape;1807;p8"/>
          <p:cNvGrpSpPr/>
          <p:nvPr/>
        </p:nvGrpSpPr>
        <p:grpSpPr>
          <a:xfrm>
            <a:off x="4439996" y="1106508"/>
            <a:ext cx="264001" cy="226285"/>
            <a:chOff x="753950" y="238125"/>
            <a:chExt cx="6111125" cy="5238075"/>
          </a:xfrm>
        </p:grpSpPr>
        <p:sp>
          <p:nvSpPr>
            <p:cNvPr id="1808" name="Google Shape;1808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5" name="Google Shape;1835;p8"/>
          <p:cNvGrpSpPr/>
          <p:nvPr/>
        </p:nvGrpSpPr>
        <p:grpSpPr>
          <a:xfrm>
            <a:off x="4776076" y="1106508"/>
            <a:ext cx="264001" cy="226285"/>
            <a:chOff x="753950" y="238125"/>
            <a:chExt cx="6111125" cy="5238075"/>
          </a:xfrm>
        </p:grpSpPr>
        <p:sp>
          <p:nvSpPr>
            <p:cNvPr id="1836" name="Google Shape;1836;p8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1"/>
          <p:cNvSpPr txBox="1">
            <a:spLocks noGrp="1"/>
          </p:cNvSpPr>
          <p:nvPr>
            <p:ph type="title" hasCustomPrompt="1"/>
          </p:nvPr>
        </p:nvSpPr>
        <p:spPr>
          <a:xfrm>
            <a:off x="1949125" y="1106125"/>
            <a:ext cx="52458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92" name="Google Shape;1892;p11"/>
          <p:cNvSpPr txBox="1">
            <a:spLocks noGrp="1"/>
          </p:cNvSpPr>
          <p:nvPr>
            <p:ph type="body" idx="1"/>
          </p:nvPr>
        </p:nvSpPr>
        <p:spPr>
          <a:xfrm>
            <a:off x="1949075" y="3152225"/>
            <a:ext cx="52458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algn="ctr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algn="ctr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ctr"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ctr"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ctr"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ctr"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">
    <p:bg>
      <p:bgPr>
        <a:solidFill>
          <a:schemeClr val="accent6"/>
        </a:solidFill>
        <a:effectLst/>
      </p:bgPr>
    </p:bg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5" name="Google Shape;1895;p13"/>
          <p:cNvCxnSpPr/>
          <p:nvPr/>
        </p:nvCxnSpPr>
        <p:spPr>
          <a:xfrm>
            <a:off x="1039500" y="2424889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6" name="Google Shape;1896;p13"/>
          <p:cNvCxnSpPr/>
          <p:nvPr/>
        </p:nvCxnSpPr>
        <p:spPr>
          <a:xfrm>
            <a:off x="1039500" y="3608864"/>
            <a:ext cx="7065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7" name="Google Shape;1897;p1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98" name="Google Shape;1898;p13"/>
          <p:cNvSpPr txBox="1">
            <a:spLocks noGrp="1"/>
          </p:cNvSpPr>
          <p:nvPr>
            <p:ph type="title" idx="2"/>
          </p:nvPr>
        </p:nvSpPr>
        <p:spPr>
          <a:xfrm>
            <a:off x="11484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99" name="Google Shape;1899;p13"/>
          <p:cNvSpPr txBox="1">
            <a:spLocks noGrp="1"/>
          </p:cNvSpPr>
          <p:nvPr>
            <p:ph type="subTitle" idx="1"/>
          </p:nvPr>
        </p:nvSpPr>
        <p:spPr>
          <a:xfrm>
            <a:off x="1148450" y="1657334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0" name="Google Shape;1900;p13"/>
          <p:cNvSpPr txBox="1">
            <a:spLocks noGrp="1"/>
          </p:cNvSpPr>
          <p:nvPr>
            <p:ph type="title" idx="3"/>
          </p:nvPr>
        </p:nvSpPr>
        <p:spPr>
          <a:xfrm>
            <a:off x="1148450" y="256909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1" name="Google Shape;1901;p13"/>
          <p:cNvSpPr txBox="1">
            <a:spLocks noGrp="1"/>
          </p:cNvSpPr>
          <p:nvPr>
            <p:ph type="subTitle" idx="4"/>
          </p:nvPr>
        </p:nvSpPr>
        <p:spPr>
          <a:xfrm>
            <a:off x="1148450" y="282890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2" name="Google Shape;1902;p13"/>
          <p:cNvSpPr txBox="1">
            <a:spLocks noGrp="1"/>
          </p:cNvSpPr>
          <p:nvPr>
            <p:ph type="title" idx="5"/>
          </p:nvPr>
        </p:nvSpPr>
        <p:spPr>
          <a:xfrm>
            <a:off x="1148450" y="3740666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3" name="Google Shape;1903;p13"/>
          <p:cNvSpPr txBox="1">
            <a:spLocks noGrp="1"/>
          </p:cNvSpPr>
          <p:nvPr>
            <p:ph type="subTitle" idx="6"/>
          </p:nvPr>
        </p:nvSpPr>
        <p:spPr>
          <a:xfrm>
            <a:off x="1148450" y="4000475"/>
            <a:ext cx="3088800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4" name="Google Shape;1904;p13"/>
          <p:cNvSpPr txBox="1">
            <a:spLocks noGrp="1"/>
          </p:cNvSpPr>
          <p:nvPr>
            <p:ph type="title" idx="7"/>
          </p:nvPr>
        </p:nvSpPr>
        <p:spPr>
          <a:xfrm>
            <a:off x="4906750" y="1397525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5" name="Google Shape;1905;p13"/>
          <p:cNvSpPr txBox="1">
            <a:spLocks noGrp="1"/>
          </p:cNvSpPr>
          <p:nvPr>
            <p:ph type="subTitle" idx="8"/>
          </p:nvPr>
        </p:nvSpPr>
        <p:spPr>
          <a:xfrm>
            <a:off x="4906750" y="1657338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06" name="Google Shape;1906;p13"/>
          <p:cNvSpPr txBox="1">
            <a:spLocks noGrp="1"/>
          </p:cNvSpPr>
          <p:nvPr>
            <p:ph type="title" idx="9"/>
          </p:nvPr>
        </p:nvSpPr>
        <p:spPr>
          <a:xfrm>
            <a:off x="4906750" y="2569107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07" name="Google Shape;1907;p13"/>
          <p:cNvSpPr txBox="1">
            <a:spLocks noGrp="1"/>
          </p:cNvSpPr>
          <p:nvPr>
            <p:ph type="subTitle" idx="13"/>
          </p:nvPr>
        </p:nvSpPr>
        <p:spPr>
          <a:xfrm>
            <a:off x="4906750" y="282892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908" name="Google Shape;1908;p13"/>
          <p:cNvGrpSpPr/>
          <p:nvPr/>
        </p:nvGrpSpPr>
        <p:grpSpPr>
          <a:xfrm>
            <a:off x="7230575" y="3501811"/>
            <a:ext cx="1540410" cy="1636035"/>
            <a:chOff x="7230575" y="3501811"/>
            <a:chExt cx="1540410" cy="1636035"/>
          </a:xfrm>
        </p:grpSpPr>
        <p:grpSp>
          <p:nvGrpSpPr>
            <p:cNvPr id="1909" name="Google Shape;1909;p13"/>
            <p:cNvGrpSpPr/>
            <p:nvPr/>
          </p:nvGrpSpPr>
          <p:grpSpPr>
            <a:xfrm>
              <a:off x="7655512" y="4362305"/>
              <a:ext cx="775528" cy="775540"/>
              <a:chOff x="7655512" y="4362305"/>
              <a:chExt cx="775528" cy="775540"/>
            </a:xfrm>
          </p:grpSpPr>
          <p:sp>
            <p:nvSpPr>
              <p:cNvPr id="1910" name="Google Shape;1910;p13"/>
              <p:cNvSpPr/>
              <p:nvPr/>
            </p:nvSpPr>
            <p:spPr>
              <a:xfrm flipH="1">
                <a:off x="7825485" y="5042204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13"/>
              <p:cNvSpPr/>
              <p:nvPr/>
            </p:nvSpPr>
            <p:spPr>
              <a:xfrm flipH="1">
                <a:off x="7921094" y="5042204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13"/>
              <p:cNvSpPr/>
              <p:nvPr/>
            </p:nvSpPr>
            <p:spPr>
              <a:xfrm flipH="1">
                <a:off x="7995449" y="5042204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13"/>
              <p:cNvSpPr/>
              <p:nvPr/>
            </p:nvSpPr>
            <p:spPr>
              <a:xfrm flipH="1">
                <a:off x="8080438" y="5042204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"/>
              <p:cNvSpPr/>
              <p:nvPr/>
            </p:nvSpPr>
            <p:spPr>
              <a:xfrm flipH="1">
                <a:off x="7825485" y="495721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"/>
              <p:cNvSpPr/>
              <p:nvPr/>
            </p:nvSpPr>
            <p:spPr>
              <a:xfrm flipH="1">
                <a:off x="7921094" y="495721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13"/>
              <p:cNvSpPr/>
              <p:nvPr/>
            </p:nvSpPr>
            <p:spPr>
              <a:xfrm flipH="1">
                <a:off x="7995449" y="495721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13"/>
              <p:cNvSpPr/>
              <p:nvPr/>
            </p:nvSpPr>
            <p:spPr>
              <a:xfrm flipH="1">
                <a:off x="8080438" y="495721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13"/>
              <p:cNvSpPr/>
              <p:nvPr/>
            </p:nvSpPr>
            <p:spPr>
              <a:xfrm flipH="1">
                <a:off x="7825485" y="4872228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"/>
              <p:cNvSpPr/>
              <p:nvPr/>
            </p:nvSpPr>
            <p:spPr>
              <a:xfrm flipH="1">
                <a:off x="7921094" y="4872228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"/>
              <p:cNvSpPr/>
              <p:nvPr/>
            </p:nvSpPr>
            <p:spPr>
              <a:xfrm flipH="1">
                <a:off x="7995449" y="4872228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13"/>
              <p:cNvSpPr/>
              <p:nvPr/>
            </p:nvSpPr>
            <p:spPr>
              <a:xfrm flipH="1">
                <a:off x="8080438" y="4872228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13"/>
              <p:cNvSpPr/>
              <p:nvPr/>
            </p:nvSpPr>
            <p:spPr>
              <a:xfrm flipH="1">
                <a:off x="7825485" y="4787235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13"/>
              <p:cNvSpPr/>
              <p:nvPr/>
            </p:nvSpPr>
            <p:spPr>
              <a:xfrm flipH="1">
                <a:off x="7921094" y="4787235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13"/>
              <p:cNvSpPr/>
              <p:nvPr/>
            </p:nvSpPr>
            <p:spPr>
              <a:xfrm flipH="1">
                <a:off x="7995449" y="478723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13"/>
              <p:cNvSpPr/>
              <p:nvPr/>
            </p:nvSpPr>
            <p:spPr>
              <a:xfrm flipH="1">
                <a:off x="8080438" y="4787235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"/>
              <p:cNvSpPr/>
              <p:nvPr/>
            </p:nvSpPr>
            <p:spPr>
              <a:xfrm flipH="1">
                <a:off x="7825485" y="4702251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"/>
              <p:cNvSpPr/>
              <p:nvPr/>
            </p:nvSpPr>
            <p:spPr>
              <a:xfrm flipH="1">
                <a:off x="7921094" y="4702251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13"/>
              <p:cNvSpPr/>
              <p:nvPr/>
            </p:nvSpPr>
            <p:spPr>
              <a:xfrm flipH="1">
                <a:off x="7995449" y="4702251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13"/>
              <p:cNvSpPr/>
              <p:nvPr/>
            </p:nvSpPr>
            <p:spPr>
              <a:xfrm flipH="1">
                <a:off x="8080438" y="4702251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13"/>
              <p:cNvSpPr/>
              <p:nvPr/>
            </p:nvSpPr>
            <p:spPr>
              <a:xfrm flipH="1">
                <a:off x="7655512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"/>
              <p:cNvSpPr/>
              <p:nvPr/>
            </p:nvSpPr>
            <p:spPr>
              <a:xfrm flipH="1">
                <a:off x="7740496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"/>
              <p:cNvSpPr/>
              <p:nvPr/>
            </p:nvSpPr>
            <p:spPr>
              <a:xfrm flipH="1">
                <a:off x="7825485" y="4617267"/>
                <a:ext cx="95633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13"/>
              <p:cNvSpPr/>
              <p:nvPr/>
            </p:nvSpPr>
            <p:spPr>
              <a:xfrm flipH="1">
                <a:off x="7921094" y="4617267"/>
                <a:ext cx="7438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13"/>
              <p:cNvSpPr/>
              <p:nvPr/>
            </p:nvSpPr>
            <p:spPr>
              <a:xfrm flipH="1">
                <a:off x="7995449" y="4617267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13"/>
              <p:cNvSpPr/>
              <p:nvPr/>
            </p:nvSpPr>
            <p:spPr>
              <a:xfrm flipH="1">
                <a:off x="8080438" y="4617267"/>
                <a:ext cx="95649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13"/>
              <p:cNvSpPr/>
              <p:nvPr/>
            </p:nvSpPr>
            <p:spPr>
              <a:xfrm flipH="1">
                <a:off x="8176054" y="4617267"/>
                <a:ext cx="7439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13"/>
              <p:cNvSpPr/>
              <p:nvPr/>
            </p:nvSpPr>
            <p:spPr>
              <a:xfrm flipH="1">
                <a:off x="8250417" y="4617267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13"/>
              <p:cNvSpPr/>
              <p:nvPr/>
            </p:nvSpPr>
            <p:spPr>
              <a:xfrm flipH="1">
                <a:off x="8335399" y="4617267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13"/>
              <p:cNvSpPr/>
              <p:nvPr/>
            </p:nvSpPr>
            <p:spPr>
              <a:xfrm flipH="1">
                <a:off x="7655512" y="4532274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13"/>
              <p:cNvSpPr/>
              <p:nvPr/>
            </p:nvSpPr>
            <p:spPr>
              <a:xfrm flipH="1">
                <a:off x="7995449" y="4532274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13"/>
              <p:cNvSpPr/>
              <p:nvPr/>
            </p:nvSpPr>
            <p:spPr>
              <a:xfrm flipH="1">
                <a:off x="8335399" y="4532274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13"/>
              <p:cNvSpPr/>
              <p:nvPr/>
            </p:nvSpPr>
            <p:spPr>
              <a:xfrm flipH="1">
                <a:off x="7655512" y="4447290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13"/>
              <p:cNvSpPr/>
              <p:nvPr/>
            </p:nvSpPr>
            <p:spPr>
              <a:xfrm flipH="1">
                <a:off x="7995449" y="4447290"/>
                <a:ext cx="85020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13"/>
              <p:cNvSpPr/>
              <p:nvPr/>
            </p:nvSpPr>
            <p:spPr>
              <a:xfrm flipH="1">
                <a:off x="8335399" y="4447290"/>
                <a:ext cx="95641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13"/>
              <p:cNvSpPr/>
              <p:nvPr/>
            </p:nvSpPr>
            <p:spPr>
              <a:xfrm flipH="1">
                <a:off x="7655512" y="4362305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13"/>
              <p:cNvSpPr/>
              <p:nvPr/>
            </p:nvSpPr>
            <p:spPr>
              <a:xfrm flipH="1">
                <a:off x="7995449" y="4362305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13"/>
              <p:cNvSpPr/>
              <p:nvPr/>
            </p:nvSpPr>
            <p:spPr>
              <a:xfrm flipH="1">
                <a:off x="8335399" y="4362305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8" name="Google Shape;1948;p13"/>
            <p:cNvSpPr/>
            <p:nvPr/>
          </p:nvSpPr>
          <p:spPr>
            <a:xfrm flipH="1">
              <a:off x="7315559" y="3767391"/>
              <a:ext cx="85020" cy="8502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 flipH="1">
              <a:off x="7655512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 flipH="1">
              <a:off x="8080438" y="3671779"/>
              <a:ext cx="95649" cy="95641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 flipH="1">
              <a:off x="8685973" y="3597414"/>
              <a:ext cx="85012" cy="95641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 flipH="1">
              <a:off x="8685973" y="3767391"/>
              <a:ext cx="85012" cy="8502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 flipH="1">
              <a:off x="8176054" y="3501811"/>
              <a:ext cx="74390" cy="95633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 flipH="1">
              <a:off x="8250417" y="3501811"/>
              <a:ext cx="85012" cy="95633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5" name="Google Shape;1955;p13"/>
            <p:cNvGrpSpPr/>
            <p:nvPr/>
          </p:nvGrpSpPr>
          <p:grpSpPr>
            <a:xfrm>
              <a:off x="7230575" y="3501811"/>
              <a:ext cx="1540410" cy="860514"/>
              <a:chOff x="7230575" y="3501811"/>
              <a:chExt cx="1540410" cy="860514"/>
            </a:xfrm>
          </p:grpSpPr>
          <p:sp>
            <p:nvSpPr>
              <p:cNvPr id="1956" name="Google Shape;1956;p13"/>
              <p:cNvSpPr/>
              <p:nvPr/>
            </p:nvSpPr>
            <p:spPr>
              <a:xfrm flipH="1">
                <a:off x="731555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13"/>
              <p:cNvSpPr/>
              <p:nvPr/>
            </p:nvSpPr>
            <p:spPr>
              <a:xfrm flipH="1">
                <a:off x="7400551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13"/>
              <p:cNvSpPr/>
              <p:nvPr/>
            </p:nvSpPr>
            <p:spPr>
              <a:xfrm flipH="1">
                <a:off x="7485535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13"/>
              <p:cNvSpPr/>
              <p:nvPr/>
            </p:nvSpPr>
            <p:spPr>
              <a:xfrm flipH="1">
                <a:off x="7570520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13"/>
              <p:cNvSpPr/>
              <p:nvPr/>
            </p:nvSpPr>
            <p:spPr>
              <a:xfrm flipH="1">
                <a:off x="7655512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13"/>
              <p:cNvSpPr/>
              <p:nvPr/>
            </p:nvSpPr>
            <p:spPr>
              <a:xfrm flipH="1">
                <a:off x="7740496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13"/>
              <p:cNvSpPr/>
              <p:nvPr/>
            </p:nvSpPr>
            <p:spPr>
              <a:xfrm flipH="1">
                <a:off x="7825485" y="4277321"/>
                <a:ext cx="95633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13"/>
              <p:cNvSpPr/>
              <p:nvPr/>
            </p:nvSpPr>
            <p:spPr>
              <a:xfrm flipH="1">
                <a:off x="7921094" y="4277321"/>
                <a:ext cx="7438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13"/>
              <p:cNvSpPr/>
              <p:nvPr/>
            </p:nvSpPr>
            <p:spPr>
              <a:xfrm flipH="1">
                <a:off x="7995449" y="4277321"/>
                <a:ext cx="8502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13"/>
              <p:cNvSpPr/>
              <p:nvPr/>
            </p:nvSpPr>
            <p:spPr>
              <a:xfrm flipH="1">
                <a:off x="8080438" y="4277321"/>
                <a:ext cx="95649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13"/>
              <p:cNvSpPr/>
              <p:nvPr/>
            </p:nvSpPr>
            <p:spPr>
              <a:xfrm flipH="1">
                <a:off x="8176054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13"/>
              <p:cNvSpPr/>
              <p:nvPr/>
            </p:nvSpPr>
            <p:spPr>
              <a:xfrm flipH="1">
                <a:off x="825041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13"/>
              <p:cNvSpPr/>
              <p:nvPr/>
            </p:nvSpPr>
            <p:spPr>
              <a:xfrm flipH="1">
                <a:off x="833539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13"/>
              <p:cNvSpPr/>
              <p:nvPr/>
            </p:nvSpPr>
            <p:spPr>
              <a:xfrm flipH="1">
                <a:off x="8431015" y="4277321"/>
                <a:ext cx="74390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13"/>
              <p:cNvSpPr/>
              <p:nvPr/>
            </p:nvSpPr>
            <p:spPr>
              <a:xfrm flipH="1">
                <a:off x="8505377" y="4277321"/>
                <a:ext cx="85012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13"/>
              <p:cNvSpPr/>
              <p:nvPr/>
            </p:nvSpPr>
            <p:spPr>
              <a:xfrm flipH="1">
                <a:off x="8590359" y="4277321"/>
                <a:ext cx="95641" cy="85004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13"/>
              <p:cNvSpPr/>
              <p:nvPr/>
            </p:nvSpPr>
            <p:spPr>
              <a:xfrm flipH="1">
                <a:off x="731555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13"/>
              <p:cNvSpPr/>
              <p:nvPr/>
            </p:nvSpPr>
            <p:spPr>
              <a:xfrm flipH="1">
                <a:off x="7400551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13"/>
              <p:cNvSpPr/>
              <p:nvPr/>
            </p:nvSpPr>
            <p:spPr>
              <a:xfrm flipH="1">
                <a:off x="7485535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13"/>
              <p:cNvSpPr/>
              <p:nvPr/>
            </p:nvSpPr>
            <p:spPr>
              <a:xfrm flipH="1">
                <a:off x="7570520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13"/>
              <p:cNvSpPr/>
              <p:nvPr/>
            </p:nvSpPr>
            <p:spPr>
              <a:xfrm flipH="1">
                <a:off x="7655512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13"/>
              <p:cNvSpPr/>
              <p:nvPr/>
            </p:nvSpPr>
            <p:spPr>
              <a:xfrm flipH="1">
                <a:off x="7740496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13"/>
              <p:cNvSpPr/>
              <p:nvPr/>
            </p:nvSpPr>
            <p:spPr>
              <a:xfrm flipH="1">
                <a:off x="7825485" y="4181710"/>
                <a:ext cx="95633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13"/>
              <p:cNvSpPr/>
              <p:nvPr/>
            </p:nvSpPr>
            <p:spPr>
              <a:xfrm flipH="1">
                <a:off x="7921094" y="4181710"/>
                <a:ext cx="7438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13"/>
              <p:cNvSpPr/>
              <p:nvPr/>
            </p:nvSpPr>
            <p:spPr>
              <a:xfrm flipH="1">
                <a:off x="7995449" y="4181710"/>
                <a:ext cx="8502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13"/>
              <p:cNvSpPr/>
              <p:nvPr/>
            </p:nvSpPr>
            <p:spPr>
              <a:xfrm flipH="1">
                <a:off x="8080438" y="4181710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13"/>
              <p:cNvSpPr/>
              <p:nvPr/>
            </p:nvSpPr>
            <p:spPr>
              <a:xfrm flipH="1">
                <a:off x="8176054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13"/>
              <p:cNvSpPr/>
              <p:nvPr/>
            </p:nvSpPr>
            <p:spPr>
              <a:xfrm flipH="1">
                <a:off x="825041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13"/>
              <p:cNvSpPr/>
              <p:nvPr/>
            </p:nvSpPr>
            <p:spPr>
              <a:xfrm flipH="1">
                <a:off x="833539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13"/>
              <p:cNvSpPr/>
              <p:nvPr/>
            </p:nvSpPr>
            <p:spPr>
              <a:xfrm flipH="1">
                <a:off x="8431015" y="4181710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13"/>
              <p:cNvSpPr/>
              <p:nvPr/>
            </p:nvSpPr>
            <p:spPr>
              <a:xfrm flipH="1">
                <a:off x="8505377" y="4181710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13"/>
              <p:cNvSpPr/>
              <p:nvPr/>
            </p:nvSpPr>
            <p:spPr>
              <a:xfrm flipH="1">
                <a:off x="8590359" y="4181710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13"/>
              <p:cNvSpPr/>
              <p:nvPr/>
            </p:nvSpPr>
            <p:spPr>
              <a:xfrm flipH="1">
                <a:off x="731555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13"/>
              <p:cNvSpPr/>
              <p:nvPr/>
            </p:nvSpPr>
            <p:spPr>
              <a:xfrm flipH="1">
                <a:off x="7400551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13"/>
              <p:cNvSpPr/>
              <p:nvPr/>
            </p:nvSpPr>
            <p:spPr>
              <a:xfrm flipH="1">
                <a:off x="7485535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13"/>
              <p:cNvSpPr/>
              <p:nvPr/>
            </p:nvSpPr>
            <p:spPr>
              <a:xfrm flipH="1">
                <a:off x="7570520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13"/>
              <p:cNvSpPr/>
              <p:nvPr/>
            </p:nvSpPr>
            <p:spPr>
              <a:xfrm flipH="1">
                <a:off x="7655512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13"/>
              <p:cNvSpPr/>
              <p:nvPr/>
            </p:nvSpPr>
            <p:spPr>
              <a:xfrm flipH="1">
                <a:off x="7740496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13"/>
              <p:cNvSpPr/>
              <p:nvPr/>
            </p:nvSpPr>
            <p:spPr>
              <a:xfrm flipH="1">
                <a:off x="7825485" y="4107344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13"/>
              <p:cNvSpPr/>
              <p:nvPr/>
            </p:nvSpPr>
            <p:spPr>
              <a:xfrm flipH="1">
                <a:off x="7921094" y="4107344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13"/>
              <p:cNvSpPr/>
              <p:nvPr/>
            </p:nvSpPr>
            <p:spPr>
              <a:xfrm flipH="1">
                <a:off x="7995449" y="4107344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13"/>
              <p:cNvSpPr/>
              <p:nvPr/>
            </p:nvSpPr>
            <p:spPr>
              <a:xfrm flipH="1">
                <a:off x="8080438" y="410734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13"/>
              <p:cNvSpPr/>
              <p:nvPr/>
            </p:nvSpPr>
            <p:spPr>
              <a:xfrm flipH="1">
                <a:off x="8176054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13"/>
              <p:cNvSpPr/>
              <p:nvPr/>
            </p:nvSpPr>
            <p:spPr>
              <a:xfrm flipH="1">
                <a:off x="825041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13"/>
              <p:cNvSpPr/>
              <p:nvPr/>
            </p:nvSpPr>
            <p:spPr>
              <a:xfrm flipH="1">
                <a:off x="833539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3"/>
              <p:cNvSpPr/>
              <p:nvPr/>
            </p:nvSpPr>
            <p:spPr>
              <a:xfrm flipH="1">
                <a:off x="8431015" y="410734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3"/>
              <p:cNvSpPr/>
              <p:nvPr/>
            </p:nvSpPr>
            <p:spPr>
              <a:xfrm flipH="1">
                <a:off x="8505377" y="410734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3"/>
              <p:cNvSpPr/>
              <p:nvPr/>
            </p:nvSpPr>
            <p:spPr>
              <a:xfrm flipH="1">
                <a:off x="8590359" y="410734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3"/>
              <p:cNvSpPr/>
              <p:nvPr/>
            </p:nvSpPr>
            <p:spPr>
              <a:xfrm flipH="1">
                <a:off x="731555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3"/>
              <p:cNvSpPr/>
              <p:nvPr/>
            </p:nvSpPr>
            <p:spPr>
              <a:xfrm flipH="1">
                <a:off x="7400551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3"/>
              <p:cNvSpPr/>
              <p:nvPr/>
            </p:nvSpPr>
            <p:spPr>
              <a:xfrm flipH="1">
                <a:off x="7485535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3"/>
              <p:cNvSpPr/>
              <p:nvPr/>
            </p:nvSpPr>
            <p:spPr>
              <a:xfrm flipH="1">
                <a:off x="7570520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3"/>
              <p:cNvSpPr/>
              <p:nvPr/>
            </p:nvSpPr>
            <p:spPr>
              <a:xfrm flipH="1">
                <a:off x="7655512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3"/>
              <p:cNvSpPr/>
              <p:nvPr/>
            </p:nvSpPr>
            <p:spPr>
              <a:xfrm flipH="1">
                <a:off x="7740496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3"/>
              <p:cNvSpPr/>
              <p:nvPr/>
            </p:nvSpPr>
            <p:spPr>
              <a:xfrm flipH="1">
                <a:off x="7825485" y="4022352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3"/>
              <p:cNvSpPr/>
              <p:nvPr/>
            </p:nvSpPr>
            <p:spPr>
              <a:xfrm flipH="1">
                <a:off x="7921094" y="4022352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3"/>
              <p:cNvSpPr/>
              <p:nvPr/>
            </p:nvSpPr>
            <p:spPr>
              <a:xfrm flipH="1">
                <a:off x="7995449" y="4022352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3"/>
              <p:cNvSpPr/>
              <p:nvPr/>
            </p:nvSpPr>
            <p:spPr>
              <a:xfrm flipH="1">
                <a:off x="8080438" y="4022352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3"/>
              <p:cNvSpPr/>
              <p:nvPr/>
            </p:nvSpPr>
            <p:spPr>
              <a:xfrm flipH="1">
                <a:off x="8176054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3"/>
              <p:cNvSpPr/>
              <p:nvPr/>
            </p:nvSpPr>
            <p:spPr>
              <a:xfrm flipH="1">
                <a:off x="825041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3"/>
              <p:cNvSpPr/>
              <p:nvPr/>
            </p:nvSpPr>
            <p:spPr>
              <a:xfrm flipH="1">
                <a:off x="833539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3"/>
              <p:cNvSpPr/>
              <p:nvPr/>
            </p:nvSpPr>
            <p:spPr>
              <a:xfrm flipH="1">
                <a:off x="8431015" y="4022352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3"/>
              <p:cNvSpPr/>
              <p:nvPr/>
            </p:nvSpPr>
            <p:spPr>
              <a:xfrm flipH="1">
                <a:off x="8505377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3"/>
              <p:cNvSpPr/>
              <p:nvPr/>
            </p:nvSpPr>
            <p:spPr>
              <a:xfrm flipH="1">
                <a:off x="8590359" y="4022352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3"/>
              <p:cNvSpPr/>
              <p:nvPr/>
            </p:nvSpPr>
            <p:spPr>
              <a:xfrm flipH="1">
                <a:off x="731555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3"/>
              <p:cNvSpPr/>
              <p:nvPr/>
            </p:nvSpPr>
            <p:spPr>
              <a:xfrm flipH="1">
                <a:off x="7400551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3"/>
              <p:cNvSpPr/>
              <p:nvPr/>
            </p:nvSpPr>
            <p:spPr>
              <a:xfrm flipH="1">
                <a:off x="7485535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3"/>
              <p:cNvSpPr/>
              <p:nvPr/>
            </p:nvSpPr>
            <p:spPr>
              <a:xfrm flipH="1">
                <a:off x="7570520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3"/>
              <p:cNvSpPr/>
              <p:nvPr/>
            </p:nvSpPr>
            <p:spPr>
              <a:xfrm flipH="1">
                <a:off x="7655512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3"/>
              <p:cNvSpPr/>
              <p:nvPr/>
            </p:nvSpPr>
            <p:spPr>
              <a:xfrm flipH="1">
                <a:off x="7740496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3"/>
              <p:cNvSpPr/>
              <p:nvPr/>
            </p:nvSpPr>
            <p:spPr>
              <a:xfrm flipH="1">
                <a:off x="7825485" y="3926748"/>
                <a:ext cx="95633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3"/>
              <p:cNvSpPr/>
              <p:nvPr/>
            </p:nvSpPr>
            <p:spPr>
              <a:xfrm flipH="1">
                <a:off x="7921094" y="3926748"/>
                <a:ext cx="7438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3"/>
              <p:cNvSpPr/>
              <p:nvPr/>
            </p:nvSpPr>
            <p:spPr>
              <a:xfrm flipH="1">
                <a:off x="7995449" y="3926748"/>
                <a:ext cx="8502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3"/>
              <p:cNvSpPr/>
              <p:nvPr/>
            </p:nvSpPr>
            <p:spPr>
              <a:xfrm flipH="1">
                <a:off x="8080438" y="3926748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3"/>
              <p:cNvSpPr/>
              <p:nvPr/>
            </p:nvSpPr>
            <p:spPr>
              <a:xfrm flipH="1">
                <a:off x="8176054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3"/>
              <p:cNvSpPr/>
              <p:nvPr/>
            </p:nvSpPr>
            <p:spPr>
              <a:xfrm flipH="1">
                <a:off x="825041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3"/>
              <p:cNvSpPr/>
              <p:nvPr/>
            </p:nvSpPr>
            <p:spPr>
              <a:xfrm flipH="1">
                <a:off x="833539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3"/>
              <p:cNvSpPr/>
              <p:nvPr/>
            </p:nvSpPr>
            <p:spPr>
              <a:xfrm flipH="1">
                <a:off x="8431015" y="3926748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3"/>
              <p:cNvSpPr/>
              <p:nvPr/>
            </p:nvSpPr>
            <p:spPr>
              <a:xfrm flipH="1">
                <a:off x="8505377" y="3926748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3"/>
              <p:cNvSpPr/>
              <p:nvPr/>
            </p:nvSpPr>
            <p:spPr>
              <a:xfrm flipH="1">
                <a:off x="8590359" y="3926748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3"/>
              <p:cNvSpPr/>
              <p:nvPr/>
            </p:nvSpPr>
            <p:spPr>
              <a:xfrm flipH="1">
                <a:off x="731555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3"/>
              <p:cNvSpPr/>
              <p:nvPr/>
            </p:nvSpPr>
            <p:spPr>
              <a:xfrm flipH="1">
                <a:off x="7400551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3"/>
              <p:cNvSpPr/>
              <p:nvPr/>
            </p:nvSpPr>
            <p:spPr>
              <a:xfrm flipH="1">
                <a:off x="7485535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3"/>
              <p:cNvSpPr/>
              <p:nvPr/>
            </p:nvSpPr>
            <p:spPr>
              <a:xfrm flipH="1">
                <a:off x="7570520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3"/>
              <p:cNvSpPr/>
              <p:nvPr/>
            </p:nvSpPr>
            <p:spPr>
              <a:xfrm flipH="1">
                <a:off x="7655512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3"/>
              <p:cNvSpPr/>
              <p:nvPr/>
            </p:nvSpPr>
            <p:spPr>
              <a:xfrm flipH="1">
                <a:off x="7740496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3"/>
              <p:cNvSpPr/>
              <p:nvPr/>
            </p:nvSpPr>
            <p:spPr>
              <a:xfrm flipH="1">
                <a:off x="7825485" y="3852383"/>
                <a:ext cx="95633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3"/>
              <p:cNvSpPr/>
              <p:nvPr/>
            </p:nvSpPr>
            <p:spPr>
              <a:xfrm flipH="1">
                <a:off x="7921094" y="3852383"/>
                <a:ext cx="7438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3"/>
              <p:cNvSpPr/>
              <p:nvPr/>
            </p:nvSpPr>
            <p:spPr>
              <a:xfrm flipH="1">
                <a:off x="7995449" y="3852383"/>
                <a:ext cx="8502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3"/>
              <p:cNvSpPr/>
              <p:nvPr/>
            </p:nvSpPr>
            <p:spPr>
              <a:xfrm flipH="1">
                <a:off x="8080438" y="3852383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3"/>
              <p:cNvSpPr/>
              <p:nvPr/>
            </p:nvSpPr>
            <p:spPr>
              <a:xfrm flipH="1">
                <a:off x="8176054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3"/>
              <p:cNvSpPr/>
              <p:nvPr/>
            </p:nvSpPr>
            <p:spPr>
              <a:xfrm flipH="1">
                <a:off x="825041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3"/>
              <p:cNvSpPr/>
              <p:nvPr/>
            </p:nvSpPr>
            <p:spPr>
              <a:xfrm flipH="1">
                <a:off x="833539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3"/>
              <p:cNvSpPr/>
              <p:nvPr/>
            </p:nvSpPr>
            <p:spPr>
              <a:xfrm flipH="1">
                <a:off x="8431015" y="3852383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3"/>
              <p:cNvSpPr/>
              <p:nvPr/>
            </p:nvSpPr>
            <p:spPr>
              <a:xfrm flipH="1">
                <a:off x="8505377" y="385238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3"/>
              <p:cNvSpPr/>
              <p:nvPr/>
            </p:nvSpPr>
            <p:spPr>
              <a:xfrm flipH="1">
                <a:off x="8590359" y="3852383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3"/>
              <p:cNvSpPr/>
              <p:nvPr/>
            </p:nvSpPr>
            <p:spPr>
              <a:xfrm flipH="1">
                <a:off x="7230575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3"/>
              <p:cNvSpPr/>
              <p:nvPr/>
            </p:nvSpPr>
            <p:spPr>
              <a:xfrm flipH="1">
                <a:off x="7230575" y="4117963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3"/>
              <p:cNvSpPr/>
              <p:nvPr/>
            </p:nvSpPr>
            <p:spPr>
              <a:xfrm flipH="1">
                <a:off x="7230575" y="4022352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3"/>
              <p:cNvSpPr/>
              <p:nvPr/>
            </p:nvSpPr>
            <p:spPr>
              <a:xfrm flipH="1">
                <a:off x="7230575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3"/>
              <p:cNvSpPr/>
              <p:nvPr/>
            </p:nvSpPr>
            <p:spPr>
              <a:xfrm flipH="1">
                <a:off x="7230575" y="3863002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3"/>
              <p:cNvSpPr/>
              <p:nvPr/>
            </p:nvSpPr>
            <p:spPr>
              <a:xfrm flipH="1">
                <a:off x="7400551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3"/>
              <p:cNvSpPr/>
              <p:nvPr/>
            </p:nvSpPr>
            <p:spPr>
              <a:xfrm flipH="1">
                <a:off x="7485535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3"/>
              <p:cNvSpPr/>
              <p:nvPr/>
            </p:nvSpPr>
            <p:spPr>
              <a:xfrm flipH="1">
                <a:off x="7570520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3"/>
              <p:cNvSpPr/>
              <p:nvPr/>
            </p:nvSpPr>
            <p:spPr>
              <a:xfrm flipH="1">
                <a:off x="7740496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3"/>
              <p:cNvSpPr/>
              <p:nvPr/>
            </p:nvSpPr>
            <p:spPr>
              <a:xfrm flipH="1">
                <a:off x="7825485" y="3767391"/>
                <a:ext cx="95633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13"/>
              <p:cNvSpPr/>
              <p:nvPr/>
            </p:nvSpPr>
            <p:spPr>
              <a:xfrm flipH="1">
                <a:off x="7921094" y="3767391"/>
                <a:ext cx="7438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13"/>
              <p:cNvSpPr/>
              <p:nvPr/>
            </p:nvSpPr>
            <p:spPr>
              <a:xfrm flipH="1">
                <a:off x="799544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13"/>
              <p:cNvSpPr/>
              <p:nvPr/>
            </p:nvSpPr>
            <p:spPr>
              <a:xfrm flipH="1">
                <a:off x="8080438" y="3767391"/>
                <a:ext cx="95649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3"/>
              <p:cNvSpPr/>
              <p:nvPr/>
            </p:nvSpPr>
            <p:spPr>
              <a:xfrm flipH="1">
                <a:off x="8176054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3"/>
              <p:cNvSpPr/>
              <p:nvPr/>
            </p:nvSpPr>
            <p:spPr>
              <a:xfrm flipH="1">
                <a:off x="825041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3"/>
              <p:cNvSpPr/>
              <p:nvPr/>
            </p:nvSpPr>
            <p:spPr>
              <a:xfrm flipH="1">
                <a:off x="833539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3"/>
              <p:cNvSpPr/>
              <p:nvPr/>
            </p:nvSpPr>
            <p:spPr>
              <a:xfrm flipH="1">
                <a:off x="8431015" y="3767391"/>
                <a:ext cx="7439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3"/>
              <p:cNvSpPr/>
              <p:nvPr/>
            </p:nvSpPr>
            <p:spPr>
              <a:xfrm flipH="1">
                <a:off x="8505377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3"/>
              <p:cNvSpPr/>
              <p:nvPr/>
            </p:nvSpPr>
            <p:spPr>
              <a:xfrm flipH="1">
                <a:off x="8590359" y="3767391"/>
                <a:ext cx="95641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3"/>
              <p:cNvSpPr/>
              <p:nvPr/>
            </p:nvSpPr>
            <p:spPr>
              <a:xfrm flipH="1">
                <a:off x="8176054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3"/>
              <p:cNvSpPr/>
              <p:nvPr/>
            </p:nvSpPr>
            <p:spPr>
              <a:xfrm flipH="1">
                <a:off x="825041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3"/>
              <p:cNvSpPr/>
              <p:nvPr/>
            </p:nvSpPr>
            <p:spPr>
              <a:xfrm flipH="1">
                <a:off x="833539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3"/>
              <p:cNvSpPr/>
              <p:nvPr/>
            </p:nvSpPr>
            <p:spPr>
              <a:xfrm flipH="1">
                <a:off x="8431015" y="3671779"/>
                <a:ext cx="74390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3"/>
              <p:cNvSpPr/>
              <p:nvPr/>
            </p:nvSpPr>
            <p:spPr>
              <a:xfrm flipH="1">
                <a:off x="8505377" y="3671779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3"/>
              <p:cNvSpPr/>
              <p:nvPr/>
            </p:nvSpPr>
            <p:spPr>
              <a:xfrm flipH="1">
                <a:off x="8590359" y="3671779"/>
                <a:ext cx="95641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3"/>
              <p:cNvSpPr/>
              <p:nvPr/>
            </p:nvSpPr>
            <p:spPr>
              <a:xfrm flipH="1">
                <a:off x="8080438" y="3597414"/>
                <a:ext cx="95649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3"/>
              <p:cNvSpPr/>
              <p:nvPr/>
            </p:nvSpPr>
            <p:spPr>
              <a:xfrm flipH="1">
                <a:off x="8176054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3"/>
              <p:cNvSpPr/>
              <p:nvPr/>
            </p:nvSpPr>
            <p:spPr>
              <a:xfrm flipH="1">
                <a:off x="825041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3"/>
              <p:cNvSpPr/>
              <p:nvPr/>
            </p:nvSpPr>
            <p:spPr>
              <a:xfrm flipH="1">
                <a:off x="833539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3"/>
              <p:cNvSpPr/>
              <p:nvPr/>
            </p:nvSpPr>
            <p:spPr>
              <a:xfrm flipH="1">
                <a:off x="8431015" y="3597414"/>
                <a:ext cx="74390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3"/>
              <p:cNvSpPr/>
              <p:nvPr/>
            </p:nvSpPr>
            <p:spPr>
              <a:xfrm flipH="1">
                <a:off x="8505377" y="3597414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3"/>
              <p:cNvSpPr/>
              <p:nvPr/>
            </p:nvSpPr>
            <p:spPr>
              <a:xfrm flipH="1">
                <a:off x="8590359" y="3597414"/>
                <a:ext cx="95641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3"/>
              <p:cNvSpPr/>
              <p:nvPr/>
            </p:nvSpPr>
            <p:spPr>
              <a:xfrm flipH="1">
                <a:off x="8685973" y="3693026"/>
                <a:ext cx="85012" cy="743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3"/>
              <p:cNvSpPr/>
              <p:nvPr/>
            </p:nvSpPr>
            <p:spPr>
              <a:xfrm flipH="1">
                <a:off x="8685973" y="3852383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3"/>
              <p:cNvSpPr/>
              <p:nvPr/>
            </p:nvSpPr>
            <p:spPr>
              <a:xfrm flipH="1">
                <a:off x="8685973" y="3937368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3"/>
              <p:cNvSpPr/>
              <p:nvPr/>
            </p:nvSpPr>
            <p:spPr>
              <a:xfrm flipH="1">
                <a:off x="8685973" y="4022352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3"/>
              <p:cNvSpPr/>
              <p:nvPr/>
            </p:nvSpPr>
            <p:spPr>
              <a:xfrm flipH="1">
                <a:off x="8685973" y="4107344"/>
                <a:ext cx="85012" cy="85012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3"/>
              <p:cNvSpPr/>
              <p:nvPr/>
            </p:nvSpPr>
            <p:spPr>
              <a:xfrm flipH="1">
                <a:off x="8685973" y="4192329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3"/>
              <p:cNvSpPr/>
              <p:nvPr/>
            </p:nvSpPr>
            <p:spPr>
              <a:xfrm flipH="1">
                <a:off x="8080438" y="3501811"/>
                <a:ext cx="95649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3"/>
              <p:cNvSpPr/>
              <p:nvPr/>
            </p:nvSpPr>
            <p:spPr>
              <a:xfrm flipH="1">
                <a:off x="833539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3"/>
              <p:cNvSpPr/>
              <p:nvPr/>
            </p:nvSpPr>
            <p:spPr>
              <a:xfrm flipH="1">
                <a:off x="8431015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3"/>
              <p:cNvSpPr/>
              <p:nvPr/>
            </p:nvSpPr>
            <p:spPr>
              <a:xfrm flipH="1">
                <a:off x="850537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3"/>
              <p:cNvSpPr/>
              <p:nvPr/>
            </p:nvSpPr>
            <p:spPr>
              <a:xfrm flipH="1">
                <a:off x="8590359" y="3501811"/>
                <a:ext cx="95641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5" name="Google Shape;2095;p13"/>
          <p:cNvGrpSpPr/>
          <p:nvPr/>
        </p:nvGrpSpPr>
        <p:grpSpPr>
          <a:xfrm>
            <a:off x="6163859" y="4325295"/>
            <a:ext cx="1007280" cy="1069810"/>
            <a:chOff x="6163859" y="4325295"/>
            <a:chExt cx="1007280" cy="1069810"/>
          </a:xfrm>
        </p:grpSpPr>
        <p:sp>
          <p:nvSpPr>
            <p:cNvPr id="2096" name="Google Shape;2096;p13"/>
            <p:cNvSpPr/>
            <p:nvPr/>
          </p:nvSpPr>
          <p:spPr>
            <a:xfrm>
              <a:off x="6719586" y="5332558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3"/>
            <p:cNvSpPr/>
            <p:nvPr/>
          </p:nvSpPr>
          <p:spPr>
            <a:xfrm>
              <a:off x="6670963" y="5332558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3"/>
            <p:cNvSpPr/>
            <p:nvPr/>
          </p:nvSpPr>
          <p:spPr>
            <a:xfrm>
              <a:off x="6615387" y="5332558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3"/>
            <p:cNvSpPr/>
            <p:nvPr/>
          </p:nvSpPr>
          <p:spPr>
            <a:xfrm>
              <a:off x="6552862" y="5332558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3"/>
            <p:cNvSpPr/>
            <p:nvPr/>
          </p:nvSpPr>
          <p:spPr>
            <a:xfrm>
              <a:off x="6719586" y="5276982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3"/>
            <p:cNvSpPr/>
            <p:nvPr/>
          </p:nvSpPr>
          <p:spPr>
            <a:xfrm>
              <a:off x="6670963" y="5276982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3"/>
            <p:cNvSpPr/>
            <p:nvPr/>
          </p:nvSpPr>
          <p:spPr>
            <a:xfrm>
              <a:off x="6615387" y="527698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3"/>
            <p:cNvSpPr/>
            <p:nvPr/>
          </p:nvSpPr>
          <p:spPr>
            <a:xfrm>
              <a:off x="6552862" y="5276982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3"/>
            <p:cNvSpPr/>
            <p:nvPr/>
          </p:nvSpPr>
          <p:spPr>
            <a:xfrm>
              <a:off x="6719586" y="522141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3"/>
            <p:cNvSpPr/>
            <p:nvPr/>
          </p:nvSpPr>
          <p:spPr>
            <a:xfrm>
              <a:off x="6670963" y="522141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3"/>
            <p:cNvSpPr/>
            <p:nvPr/>
          </p:nvSpPr>
          <p:spPr>
            <a:xfrm>
              <a:off x="6615387" y="522141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3"/>
            <p:cNvSpPr/>
            <p:nvPr/>
          </p:nvSpPr>
          <p:spPr>
            <a:xfrm>
              <a:off x="6552862" y="522141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3"/>
            <p:cNvSpPr/>
            <p:nvPr/>
          </p:nvSpPr>
          <p:spPr>
            <a:xfrm>
              <a:off x="6719586" y="5165834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3"/>
            <p:cNvSpPr/>
            <p:nvPr/>
          </p:nvSpPr>
          <p:spPr>
            <a:xfrm>
              <a:off x="6670963" y="5165834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3"/>
            <p:cNvSpPr/>
            <p:nvPr/>
          </p:nvSpPr>
          <p:spPr>
            <a:xfrm>
              <a:off x="6615387" y="5165834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3"/>
            <p:cNvSpPr/>
            <p:nvPr/>
          </p:nvSpPr>
          <p:spPr>
            <a:xfrm>
              <a:off x="6552862" y="5165834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3"/>
            <p:cNvSpPr/>
            <p:nvPr/>
          </p:nvSpPr>
          <p:spPr>
            <a:xfrm>
              <a:off x="6719586" y="5110263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3"/>
            <p:cNvSpPr/>
            <p:nvPr/>
          </p:nvSpPr>
          <p:spPr>
            <a:xfrm>
              <a:off x="6670963" y="5110263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3"/>
            <p:cNvSpPr/>
            <p:nvPr/>
          </p:nvSpPr>
          <p:spPr>
            <a:xfrm>
              <a:off x="6615387" y="5110263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3"/>
            <p:cNvSpPr/>
            <p:nvPr/>
          </p:nvSpPr>
          <p:spPr>
            <a:xfrm>
              <a:off x="6552862" y="5110263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3"/>
            <p:cNvSpPr/>
            <p:nvPr/>
          </p:nvSpPr>
          <p:spPr>
            <a:xfrm>
              <a:off x="6837677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3"/>
            <p:cNvSpPr/>
            <p:nvPr/>
          </p:nvSpPr>
          <p:spPr>
            <a:xfrm>
              <a:off x="6782101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3"/>
            <p:cNvSpPr/>
            <p:nvPr/>
          </p:nvSpPr>
          <p:spPr>
            <a:xfrm>
              <a:off x="6719586" y="5054691"/>
              <a:ext cx="62541" cy="55595"/>
            </a:xfrm>
            <a:custGeom>
              <a:avLst/>
              <a:gdLst/>
              <a:ahLst/>
              <a:cxnLst/>
              <a:rect l="l" t="t" r="r" b="b"/>
              <a:pathLst>
                <a:path w="1224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3"/>
            <p:cNvSpPr/>
            <p:nvPr/>
          </p:nvSpPr>
          <p:spPr>
            <a:xfrm>
              <a:off x="6670963" y="5054691"/>
              <a:ext cx="48644" cy="55595"/>
            </a:xfrm>
            <a:custGeom>
              <a:avLst/>
              <a:gdLst/>
              <a:ahLst/>
              <a:cxnLst/>
              <a:rect l="l" t="t" r="r" b="b"/>
              <a:pathLst>
                <a:path w="9524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3"/>
            <p:cNvSpPr/>
            <p:nvPr/>
          </p:nvSpPr>
          <p:spPr>
            <a:xfrm>
              <a:off x="6615387" y="5054691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3"/>
            <p:cNvSpPr/>
            <p:nvPr/>
          </p:nvSpPr>
          <p:spPr>
            <a:xfrm>
              <a:off x="6552862" y="5054691"/>
              <a:ext cx="62552" cy="55595"/>
            </a:xfrm>
            <a:custGeom>
              <a:avLst/>
              <a:gdLst/>
              <a:ahLst/>
              <a:cxnLst/>
              <a:rect l="l" t="t" r="r" b="b"/>
              <a:pathLst>
                <a:path w="12247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3"/>
            <p:cNvSpPr/>
            <p:nvPr/>
          </p:nvSpPr>
          <p:spPr>
            <a:xfrm>
              <a:off x="6504240" y="5054691"/>
              <a:ext cx="48649" cy="55595"/>
            </a:xfrm>
            <a:custGeom>
              <a:avLst/>
              <a:gdLst/>
              <a:ahLst/>
              <a:cxnLst/>
              <a:rect l="l" t="t" r="r" b="b"/>
              <a:pathLst>
                <a:path w="9525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3"/>
            <p:cNvSpPr/>
            <p:nvPr/>
          </p:nvSpPr>
          <p:spPr>
            <a:xfrm>
              <a:off x="6448669" y="5054691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3"/>
            <p:cNvSpPr/>
            <p:nvPr/>
          </p:nvSpPr>
          <p:spPr>
            <a:xfrm>
              <a:off x="6386148" y="5054691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3"/>
            <p:cNvSpPr/>
            <p:nvPr/>
          </p:nvSpPr>
          <p:spPr>
            <a:xfrm>
              <a:off x="6837677" y="499911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3"/>
            <p:cNvSpPr/>
            <p:nvPr/>
          </p:nvSpPr>
          <p:spPr>
            <a:xfrm>
              <a:off x="6615387" y="4999115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3"/>
            <p:cNvSpPr/>
            <p:nvPr/>
          </p:nvSpPr>
          <p:spPr>
            <a:xfrm>
              <a:off x="6386148" y="4999115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3"/>
            <p:cNvSpPr/>
            <p:nvPr/>
          </p:nvSpPr>
          <p:spPr>
            <a:xfrm>
              <a:off x="6837677" y="494354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3"/>
            <p:cNvSpPr/>
            <p:nvPr/>
          </p:nvSpPr>
          <p:spPr>
            <a:xfrm>
              <a:off x="6615387" y="4943544"/>
              <a:ext cx="55600" cy="55595"/>
            </a:xfrm>
            <a:custGeom>
              <a:avLst/>
              <a:gdLst/>
              <a:ahLst/>
              <a:cxnLst/>
              <a:rect l="l" t="t" r="r" b="b"/>
              <a:pathLst>
                <a:path w="1088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3"/>
            <p:cNvSpPr/>
            <p:nvPr/>
          </p:nvSpPr>
          <p:spPr>
            <a:xfrm>
              <a:off x="6386148" y="4943544"/>
              <a:ext cx="62546" cy="55595"/>
            </a:xfrm>
            <a:custGeom>
              <a:avLst/>
              <a:gdLst/>
              <a:ahLst/>
              <a:cxnLst/>
              <a:rect l="l" t="t" r="r" b="b"/>
              <a:pathLst>
                <a:path w="12246" h="10885" extrusionOk="0">
                  <a:moveTo>
                    <a:pt x="1" y="0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3"/>
            <p:cNvSpPr/>
            <p:nvPr/>
          </p:nvSpPr>
          <p:spPr>
            <a:xfrm>
              <a:off x="6837677" y="4887972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3"/>
            <p:cNvSpPr/>
            <p:nvPr/>
          </p:nvSpPr>
          <p:spPr>
            <a:xfrm>
              <a:off x="6615387" y="4887972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3"/>
            <p:cNvSpPr/>
            <p:nvPr/>
          </p:nvSpPr>
          <p:spPr>
            <a:xfrm>
              <a:off x="6386148" y="4887972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3"/>
            <p:cNvSpPr/>
            <p:nvPr/>
          </p:nvSpPr>
          <p:spPr>
            <a:xfrm>
              <a:off x="705996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3"/>
            <p:cNvSpPr/>
            <p:nvPr/>
          </p:nvSpPr>
          <p:spPr>
            <a:xfrm>
              <a:off x="7004396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3"/>
            <p:cNvSpPr/>
            <p:nvPr/>
          </p:nvSpPr>
          <p:spPr>
            <a:xfrm>
              <a:off x="6948824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4" y="1088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3"/>
            <p:cNvSpPr/>
            <p:nvPr/>
          </p:nvSpPr>
          <p:spPr>
            <a:xfrm>
              <a:off x="6893248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3"/>
            <p:cNvSpPr/>
            <p:nvPr/>
          </p:nvSpPr>
          <p:spPr>
            <a:xfrm>
              <a:off x="6837677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3"/>
            <p:cNvSpPr/>
            <p:nvPr/>
          </p:nvSpPr>
          <p:spPr>
            <a:xfrm>
              <a:off x="6782101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3"/>
            <p:cNvSpPr/>
            <p:nvPr/>
          </p:nvSpPr>
          <p:spPr>
            <a:xfrm>
              <a:off x="6719586" y="4832401"/>
              <a:ext cx="62541" cy="55590"/>
            </a:xfrm>
            <a:custGeom>
              <a:avLst/>
              <a:gdLst/>
              <a:ahLst/>
              <a:cxnLst/>
              <a:rect l="l" t="t" r="r" b="b"/>
              <a:pathLst>
                <a:path w="1224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3"/>
            <p:cNvSpPr/>
            <p:nvPr/>
          </p:nvSpPr>
          <p:spPr>
            <a:xfrm>
              <a:off x="6670963" y="4832401"/>
              <a:ext cx="48644" cy="55590"/>
            </a:xfrm>
            <a:custGeom>
              <a:avLst/>
              <a:gdLst/>
              <a:ahLst/>
              <a:cxnLst/>
              <a:rect l="l" t="t" r="r" b="b"/>
              <a:pathLst>
                <a:path w="9524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9523" y="1088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3"/>
            <p:cNvSpPr/>
            <p:nvPr/>
          </p:nvSpPr>
          <p:spPr>
            <a:xfrm>
              <a:off x="6615387" y="4832401"/>
              <a:ext cx="55600" cy="55590"/>
            </a:xfrm>
            <a:custGeom>
              <a:avLst/>
              <a:gdLst/>
              <a:ahLst/>
              <a:cxnLst/>
              <a:rect l="l" t="t" r="r" b="b"/>
              <a:pathLst>
                <a:path w="1088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3"/>
            <p:cNvSpPr/>
            <p:nvPr/>
          </p:nvSpPr>
          <p:spPr>
            <a:xfrm>
              <a:off x="6552862" y="4832401"/>
              <a:ext cx="62552" cy="55590"/>
            </a:xfrm>
            <a:custGeom>
              <a:avLst/>
              <a:gdLst/>
              <a:ahLst/>
              <a:cxnLst/>
              <a:rect l="l" t="t" r="r" b="b"/>
              <a:pathLst>
                <a:path w="12247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7" y="1088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3"/>
            <p:cNvSpPr/>
            <p:nvPr/>
          </p:nvSpPr>
          <p:spPr>
            <a:xfrm>
              <a:off x="6504240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3"/>
            <p:cNvSpPr/>
            <p:nvPr/>
          </p:nvSpPr>
          <p:spPr>
            <a:xfrm>
              <a:off x="6448669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3"/>
            <p:cNvSpPr/>
            <p:nvPr/>
          </p:nvSpPr>
          <p:spPr>
            <a:xfrm>
              <a:off x="6386148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3"/>
            <p:cNvSpPr/>
            <p:nvPr/>
          </p:nvSpPr>
          <p:spPr>
            <a:xfrm>
              <a:off x="6337521" y="4832401"/>
              <a:ext cx="48649" cy="55590"/>
            </a:xfrm>
            <a:custGeom>
              <a:avLst/>
              <a:gdLst/>
              <a:ahLst/>
              <a:cxnLst/>
              <a:rect l="l" t="t" r="r" b="b"/>
              <a:pathLst>
                <a:path w="9525" h="10884" extrusionOk="0">
                  <a:moveTo>
                    <a:pt x="1" y="0"/>
                  </a:moveTo>
                  <a:lnTo>
                    <a:pt x="1" y="10884"/>
                  </a:lnTo>
                  <a:lnTo>
                    <a:pt x="9525" y="1088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3"/>
            <p:cNvSpPr/>
            <p:nvPr/>
          </p:nvSpPr>
          <p:spPr>
            <a:xfrm>
              <a:off x="6281950" y="4832401"/>
              <a:ext cx="55595" cy="55590"/>
            </a:xfrm>
            <a:custGeom>
              <a:avLst/>
              <a:gdLst/>
              <a:ahLst/>
              <a:cxnLst/>
              <a:rect l="l" t="t" r="r" b="b"/>
              <a:pathLst>
                <a:path w="10885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0885" y="1088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3"/>
            <p:cNvSpPr/>
            <p:nvPr/>
          </p:nvSpPr>
          <p:spPr>
            <a:xfrm>
              <a:off x="6219430" y="4832401"/>
              <a:ext cx="62546" cy="55590"/>
            </a:xfrm>
            <a:custGeom>
              <a:avLst/>
              <a:gdLst/>
              <a:ahLst/>
              <a:cxnLst/>
              <a:rect l="l" t="t" r="r" b="b"/>
              <a:pathLst>
                <a:path w="12246" h="10884" extrusionOk="0">
                  <a:moveTo>
                    <a:pt x="0" y="0"/>
                  </a:moveTo>
                  <a:lnTo>
                    <a:pt x="0" y="10884"/>
                  </a:lnTo>
                  <a:lnTo>
                    <a:pt x="12245" y="1088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3"/>
            <p:cNvSpPr/>
            <p:nvPr/>
          </p:nvSpPr>
          <p:spPr>
            <a:xfrm>
              <a:off x="705996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3"/>
            <p:cNvSpPr/>
            <p:nvPr/>
          </p:nvSpPr>
          <p:spPr>
            <a:xfrm>
              <a:off x="7004396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3"/>
            <p:cNvSpPr/>
            <p:nvPr/>
          </p:nvSpPr>
          <p:spPr>
            <a:xfrm>
              <a:off x="6948824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3"/>
            <p:cNvSpPr/>
            <p:nvPr/>
          </p:nvSpPr>
          <p:spPr>
            <a:xfrm>
              <a:off x="6893248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3"/>
            <p:cNvSpPr/>
            <p:nvPr/>
          </p:nvSpPr>
          <p:spPr>
            <a:xfrm>
              <a:off x="6837677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3"/>
            <p:cNvSpPr/>
            <p:nvPr/>
          </p:nvSpPr>
          <p:spPr>
            <a:xfrm>
              <a:off x="6782101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3"/>
            <p:cNvSpPr/>
            <p:nvPr/>
          </p:nvSpPr>
          <p:spPr>
            <a:xfrm>
              <a:off x="6719586" y="4769881"/>
              <a:ext cx="62541" cy="62546"/>
            </a:xfrm>
            <a:custGeom>
              <a:avLst/>
              <a:gdLst/>
              <a:ahLst/>
              <a:cxnLst/>
              <a:rect l="l" t="t" r="r" b="b"/>
              <a:pathLst>
                <a:path w="1224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3"/>
            <p:cNvSpPr/>
            <p:nvPr/>
          </p:nvSpPr>
          <p:spPr>
            <a:xfrm>
              <a:off x="6670963" y="4769881"/>
              <a:ext cx="48644" cy="62546"/>
            </a:xfrm>
            <a:custGeom>
              <a:avLst/>
              <a:gdLst/>
              <a:ahLst/>
              <a:cxnLst/>
              <a:rect l="l" t="t" r="r" b="b"/>
              <a:pathLst>
                <a:path w="9524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3"/>
            <p:cNvSpPr/>
            <p:nvPr/>
          </p:nvSpPr>
          <p:spPr>
            <a:xfrm>
              <a:off x="6615387" y="4769881"/>
              <a:ext cx="55600" cy="62546"/>
            </a:xfrm>
            <a:custGeom>
              <a:avLst/>
              <a:gdLst/>
              <a:ahLst/>
              <a:cxnLst/>
              <a:rect l="l" t="t" r="r" b="b"/>
              <a:pathLst>
                <a:path w="1088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3"/>
            <p:cNvSpPr/>
            <p:nvPr/>
          </p:nvSpPr>
          <p:spPr>
            <a:xfrm>
              <a:off x="6552862" y="4769881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3"/>
            <p:cNvSpPr/>
            <p:nvPr/>
          </p:nvSpPr>
          <p:spPr>
            <a:xfrm>
              <a:off x="6504240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3"/>
            <p:cNvSpPr/>
            <p:nvPr/>
          </p:nvSpPr>
          <p:spPr>
            <a:xfrm>
              <a:off x="6448669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3"/>
            <p:cNvSpPr/>
            <p:nvPr/>
          </p:nvSpPr>
          <p:spPr>
            <a:xfrm>
              <a:off x="6386148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3"/>
            <p:cNvSpPr/>
            <p:nvPr/>
          </p:nvSpPr>
          <p:spPr>
            <a:xfrm>
              <a:off x="6337521" y="4769881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3"/>
            <p:cNvSpPr/>
            <p:nvPr/>
          </p:nvSpPr>
          <p:spPr>
            <a:xfrm>
              <a:off x="6281950" y="4769881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3"/>
            <p:cNvSpPr/>
            <p:nvPr/>
          </p:nvSpPr>
          <p:spPr>
            <a:xfrm>
              <a:off x="6219430" y="4769881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3"/>
            <p:cNvSpPr/>
            <p:nvPr/>
          </p:nvSpPr>
          <p:spPr>
            <a:xfrm>
              <a:off x="705996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3"/>
            <p:cNvSpPr/>
            <p:nvPr/>
          </p:nvSpPr>
          <p:spPr>
            <a:xfrm>
              <a:off x="7004396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3"/>
            <p:cNvSpPr/>
            <p:nvPr/>
          </p:nvSpPr>
          <p:spPr>
            <a:xfrm>
              <a:off x="6948824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3"/>
            <p:cNvSpPr/>
            <p:nvPr/>
          </p:nvSpPr>
          <p:spPr>
            <a:xfrm>
              <a:off x="6893248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3"/>
            <p:cNvSpPr/>
            <p:nvPr/>
          </p:nvSpPr>
          <p:spPr>
            <a:xfrm>
              <a:off x="6837677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3"/>
            <p:cNvSpPr/>
            <p:nvPr/>
          </p:nvSpPr>
          <p:spPr>
            <a:xfrm>
              <a:off x="6782101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3"/>
            <p:cNvSpPr/>
            <p:nvPr/>
          </p:nvSpPr>
          <p:spPr>
            <a:xfrm>
              <a:off x="6719586" y="4721253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3"/>
            <p:cNvSpPr/>
            <p:nvPr/>
          </p:nvSpPr>
          <p:spPr>
            <a:xfrm>
              <a:off x="6670963" y="4721253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9523" y="952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3"/>
            <p:cNvSpPr/>
            <p:nvPr/>
          </p:nvSpPr>
          <p:spPr>
            <a:xfrm>
              <a:off x="6615387" y="4721253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3"/>
            <p:cNvSpPr/>
            <p:nvPr/>
          </p:nvSpPr>
          <p:spPr>
            <a:xfrm>
              <a:off x="6552862" y="4721253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3"/>
            <p:cNvSpPr/>
            <p:nvPr/>
          </p:nvSpPr>
          <p:spPr>
            <a:xfrm>
              <a:off x="6504240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3"/>
            <p:cNvSpPr/>
            <p:nvPr/>
          </p:nvSpPr>
          <p:spPr>
            <a:xfrm>
              <a:off x="6448669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3"/>
            <p:cNvSpPr/>
            <p:nvPr/>
          </p:nvSpPr>
          <p:spPr>
            <a:xfrm>
              <a:off x="6386148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3"/>
            <p:cNvSpPr/>
            <p:nvPr/>
          </p:nvSpPr>
          <p:spPr>
            <a:xfrm>
              <a:off x="6337521" y="4721253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3"/>
            <p:cNvSpPr/>
            <p:nvPr/>
          </p:nvSpPr>
          <p:spPr>
            <a:xfrm>
              <a:off x="6281950" y="4721253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3"/>
            <p:cNvSpPr/>
            <p:nvPr/>
          </p:nvSpPr>
          <p:spPr>
            <a:xfrm>
              <a:off x="6219430" y="4721253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3"/>
            <p:cNvSpPr/>
            <p:nvPr/>
          </p:nvSpPr>
          <p:spPr>
            <a:xfrm>
              <a:off x="705996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3"/>
            <p:cNvSpPr/>
            <p:nvPr/>
          </p:nvSpPr>
          <p:spPr>
            <a:xfrm>
              <a:off x="7004396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3"/>
            <p:cNvSpPr/>
            <p:nvPr/>
          </p:nvSpPr>
          <p:spPr>
            <a:xfrm>
              <a:off x="6948824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3"/>
            <p:cNvSpPr/>
            <p:nvPr/>
          </p:nvSpPr>
          <p:spPr>
            <a:xfrm>
              <a:off x="6893248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3"/>
            <p:cNvSpPr/>
            <p:nvPr/>
          </p:nvSpPr>
          <p:spPr>
            <a:xfrm>
              <a:off x="6837677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3"/>
            <p:cNvSpPr/>
            <p:nvPr/>
          </p:nvSpPr>
          <p:spPr>
            <a:xfrm>
              <a:off x="6782101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3"/>
            <p:cNvSpPr/>
            <p:nvPr/>
          </p:nvSpPr>
          <p:spPr>
            <a:xfrm>
              <a:off x="6719586" y="4665677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3"/>
            <p:cNvSpPr/>
            <p:nvPr/>
          </p:nvSpPr>
          <p:spPr>
            <a:xfrm>
              <a:off x="6670963" y="4665677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3"/>
            <p:cNvSpPr/>
            <p:nvPr/>
          </p:nvSpPr>
          <p:spPr>
            <a:xfrm>
              <a:off x="6615387" y="4665677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3"/>
            <p:cNvSpPr/>
            <p:nvPr/>
          </p:nvSpPr>
          <p:spPr>
            <a:xfrm>
              <a:off x="6552862" y="4665677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3"/>
            <p:cNvSpPr/>
            <p:nvPr/>
          </p:nvSpPr>
          <p:spPr>
            <a:xfrm>
              <a:off x="6504240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3"/>
            <p:cNvSpPr/>
            <p:nvPr/>
          </p:nvSpPr>
          <p:spPr>
            <a:xfrm>
              <a:off x="644866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3"/>
            <p:cNvSpPr/>
            <p:nvPr/>
          </p:nvSpPr>
          <p:spPr>
            <a:xfrm>
              <a:off x="6386148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3"/>
            <p:cNvSpPr/>
            <p:nvPr/>
          </p:nvSpPr>
          <p:spPr>
            <a:xfrm>
              <a:off x="6337521" y="4665677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3"/>
            <p:cNvSpPr/>
            <p:nvPr/>
          </p:nvSpPr>
          <p:spPr>
            <a:xfrm>
              <a:off x="6281950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3"/>
            <p:cNvSpPr/>
            <p:nvPr/>
          </p:nvSpPr>
          <p:spPr>
            <a:xfrm>
              <a:off x="6219430" y="4665677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3"/>
            <p:cNvSpPr/>
            <p:nvPr/>
          </p:nvSpPr>
          <p:spPr>
            <a:xfrm>
              <a:off x="705996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3"/>
            <p:cNvSpPr/>
            <p:nvPr/>
          </p:nvSpPr>
          <p:spPr>
            <a:xfrm>
              <a:off x="7004396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3"/>
            <p:cNvSpPr/>
            <p:nvPr/>
          </p:nvSpPr>
          <p:spPr>
            <a:xfrm>
              <a:off x="6948824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3"/>
            <p:cNvSpPr/>
            <p:nvPr/>
          </p:nvSpPr>
          <p:spPr>
            <a:xfrm>
              <a:off x="6893248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3"/>
            <p:cNvSpPr/>
            <p:nvPr/>
          </p:nvSpPr>
          <p:spPr>
            <a:xfrm>
              <a:off x="6837677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3"/>
            <p:cNvSpPr/>
            <p:nvPr/>
          </p:nvSpPr>
          <p:spPr>
            <a:xfrm>
              <a:off x="6782101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3"/>
            <p:cNvSpPr/>
            <p:nvPr/>
          </p:nvSpPr>
          <p:spPr>
            <a:xfrm>
              <a:off x="6719586" y="4603162"/>
              <a:ext cx="62541" cy="62541"/>
            </a:xfrm>
            <a:custGeom>
              <a:avLst/>
              <a:gdLst/>
              <a:ahLst/>
              <a:cxnLst/>
              <a:rect l="l" t="t" r="r" b="b"/>
              <a:pathLst>
                <a:path w="1224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3"/>
            <p:cNvSpPr/>
            <p:nvPr/>
          </p:nvSpPr>
          <p:spPr>
            <a:xfrm>
              <a:off x="6670963" y="4603162"/>
              <a:ext cx="48644" cy="62541"/>
            </a:xfrm>
            <a:custGeom>
              <a:avLst/>
              <a:gdLst/>
              <a:ahLst/>
              <a:cxnLst/>
              <a:rect l="l" t="t" r="r" b="b"/>
              <a:pathLst>
                <a:path w="9524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9523" y="12245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3"/>
            <p:cNvSpPr/>
            <p:nvPr/>
          </p:nvSpPr>
          <p:spPr>
            <a:xfrm>
              <a:off x="6615387" y="4603162"/>
              <a:ext cx="55600" cy="62541"/>
            </a:xfrm>
            <a:custGeom>
              <a:avLst/>
              <a:gdLst/>
              <a:ahLst/>
              <a:cxnLst/>
              <a:rect l="l" t="t" r="r" b="b"/>
              <a:pathLst>
                <a:path w="1088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3"/>
            <p:cNvSpPr/>
            <p:nvPr/>
          </p:nvSpPr>
          <p:spPr>
            <a:xfrm>
              <a:off x="6552862" y="4603162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3"/>
            <p:cNvSpPr/>
            <p:nvPr/>
          </p:nvSpPr>
          <p:spPr>
            <a:xfrm>
              <a:off x="6504240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3"/>
            <p:cNvSpPr/>
            <p:nvPr/>
          </p:nvSpPr>
          <p:spPr>
            <a:xfrm>
              <a:off x="6448669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3"/>
            <p:cNvSpPr/>
            <p:nvPr/>
          </p:nvSpPr>
          <p:spPr>
            <a:xfrm>
              <a:off x="6386148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3"/>
            <p:cNvSpPr/>
            <p:nvPr/>
          </p:nvSpPr>
          <p:spPr>
            <a:xfrm>
              <a:off x="6337521" y="4603162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3"/>
            <p:cNvSpPr/>
            <p:nvPr/>
          </p:nvSpPr>
          <p:spPr>
            <a:xfrm>
              <a:off x="6281950" y="4603162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3"/>
            <p:cNvSpPr/>
            <p:nvPr/>
          </p:nvSpPr>
          <p:spPr>
            <a:xfrm>
              <a:off x="6219430" y="4603162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3"/>
            <p:cNvSpPr/>
            <p:nvPr/>
          </p:nvSpPr>
          <p:spPr>
            <a:xfrm>
              <a:off x="705996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3"/>
            <p:cNvSpPr/>
            <p:nvPr/>
          </p:nvSpPr>
          <p:spPr>
            <a:xfrm>
              <a:off x="7004396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3"/>
            <p:cNvSpPr/>
            <p:nvPr/>
          </p:nvSpPr>
          <p:spPr>
            <a:xfrm>
              <a:off x="6948824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4" y="9524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3"/>
            <p:cNvSpPr/>
            <p:nvPr/>
          </p:nvSpPr>
          <p:spPr>
            <a:xfrm>
              <a:off x="6893248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3"/>
            <p:cNvSpPr/>
            <p:nvPr/>
          </p:nvSpPr>
          <p:spPr>
            <a:xfrm>
              <a:off x="6837677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3"/>
            <p:cNvSpPr/>
            <p:nvPr/>
          </p:nvSpPr>
          <p:spPr>
            <a:xfrm>
              <a:off x="6782101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3"/>
            <p:cNvSpPr/>
            <p:nvPr/>
          </p:nvSpPr>
          <p:spPr>
            <a:xfrm>
              <a:off x="6719586" y="4554534"/>
              <a:ext cx="62541" cy="48649"/>
            </a:xfrm>
            <a:custGeom>
              <a:avLst/>
              <a:gdLst/>
              <a:ahLst/>
              <a:cxnLst/>
              <a:rect l="l" t="t" r="r" b="b"/>
              <a:pathLst>
                <a:path w="1224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3"/>
            <p:cNvSpPr/>
            <p:nvPr/>
          </p:nvSpPr>
          <p:spPr>
            <a:xfrm>
              <a:off x="6670963" y="4554534"/>
              <a:ext cx="48644" cy="48649"/>
            </a:xfrm>
            <a:custGeom>
              <a:avLst/>
              <a:gdLst/>
              <a:ahLst/>
              <a:cxnLst/>
              <a:rect l="l" t="t" r="r" b="b"/>
              <a:pathLst>
                <a:path w="9524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3"/>
            <p:cNvSpPr/>
            <p:nvPr/>
          </p:nvSpPr>
          <p:spPr>
            <a:xfrm>
              <a:off x="6615387" y="4554534"/>
              <a:ext cx="55600" cy="48649"/>
            </a:xfrm>
            <a:custGeom>
              <a:avLst/>
              <a:gdLst/>
              <a:ahLst/>
              <a:cxnLst/>
              <a:rect l="l" t="t" r="r" b="b"/>
              <a:pathLst>
                <a:path w="1088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3"/>
            <p:cNvSpPr/>
            <p:nvPr/>
          </p:nvSpPr>
          <p:spPr>
            <a:xfrm>
              <a:off x="6552862" y="4554534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7" y="9524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3"/>
            <p:cNvSpPr/>
            <p:nvPr/>
          </p:nvSpPr>
          <p:spPr>
            <a:xfrm>
              <a:off x="6504240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3"/>
            <p:cNvSpPr/>
            <p:nvPr/>
          </p:nvSpPr>
          <p:spPr>
            <a:xfrm>
              <a:off x="6448669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3"/>
            <p:cNvSpPr/>
            <p:nvPr/>
          </p:nvSpPr>
          <p:spPr>
            <a:xfrm>
              <a:off x="6386148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3"/>
            <p:cNvSpPr/>
            <p:nvPr/>
          </p:nvSpPr>
          <p:spPr>
            <a:xfrm>
              <a:off x="6337521" y="4554534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0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3"/>
            <p:cNvSpPr/>
            <p:nvPr/>
          </p:nvSpPr>
          <p:spPr>
            <a:xfrm>
              <a:off x="6281950" y="4554534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0885" y="9524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3"/>
            <p:cNvSpPr/>
            <p:nvPr/>
          </p:nvSpPr>
          <p:spPr>
            <a:xfrm>
              <a:off x="6219430" y="4554534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0"/>
                  </a:moveTo>
                  <a:lnTo>
                    <a:pt x="0" y="9524"/>
                  </a:lnTo>
                  <a:lnTo>
                    <a:pt x="12245" y="9524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3"/>
            <p:cNvSpPr/>
            <p:nvPr/>
          </p:nvSpPr>
          <p:spPr>
            <a:xfrm>
              <a:off x="705996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3"/>
            <p:cNvSpPr/>
            <p:nvPr/>
          </p:nvSpPr>
          <p:spPr>
            <a:xfrm>
              <a:off x="7115543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3"/>
            <p:cNvSpPr/>
            <p:nvPr/>
          </p:nvSpPr>
          <p:spPr>
            <a:xfrm>
              <a:off x="7115543" y="4728197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3"/>
            <p:cNvSpPr/>
            <p:nvPr/>
          </p:nvSpPr>
          <p:spPr>
            <a:xfrm>
              <a:off x="7115543" y="466567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3"/>
            <p:cNvSpPr/>
            <p:nvPr/>
          </p:nvSpPr>
          <p:spPr>
            <a:xfrm>
              <a:off x="7115543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3"/>
            <p:cNvSpPr/>
            <p:nvPr/>
          </p:nvSpPr>
          <p:spPr>
            <a:xfrm>
              <a:off x="7115543" y="4561478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3"/>
            <p:cNvSpPr/>
            <p:nvPr/>
          </p:nvSpPr>
          <p:spPr>
            <a:xfrm>
              <a:off x="7004396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3"/>
            <p:cNvSpPr/>
            <p:nvPr/>
          </p:nvSpPr>
          <p:spPr>
            <a:xfrm>
              <a:off x="6948824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3"/>
            <p:cNvSpPr/>
            <p:nvPr/>
          </p:nvSpPr>
          <p:spPr>
            <a:xfrm>
              <a:off x="6893248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3"/>
            <p:cNvSpPr/>
            <p:nvPr/>
          </p:nvSpPr>
          <p:spPr>
            <a:xfrm>
              <a:off x="6837677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3"/>
            <p:cNvSpPr/>
            <p:nvPr/>
          </p:nvSpPr>
          <p:spPr>
            <a:xfrm>
              <a:off x="6782101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3"/>
            <p:cNvSpPr/>
            <p:nvPr/>
          </p:nvSpPr>
          <p:spPr>
            <a:xfrm>
              <a:off x="6719586" y="4498958"/>
              <a:ext cx="62541" cy="55600"/>
            </a:xfrm>
            <a:custGeom>
              <a:avLst/>
              <a:gdLst/>
              <a:ahLst/>
              <a:cxnLst/>
              <a:rect l="l" t="t" r="r" b="b"/>
              <a:pathLst>
                <a:path w="1224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3"/>
            <p:cNvSpPr/>
            <p:nvPr/>
          </p:nvSpPr>
          <p:spPr>
            <a:xfrm>
              <a:off x="6670963" y="4498958"/>
              <a:ext cx="48644" cy="55600"/>
            </a:xfrm>
            <a:custGeom>
              <a:avLst/>
              <a:gdLst/>
              <a:ahLst/>
              <a:cxnLst/>
              <a:rect l="l" t="t" r="r" b="b"/>
              <a:pathLst>
                <a:path w="9524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9523" y="1088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3"/>
            <p:cNvSpPr/>
            <p:nvPr/>
          </p:nvSpPr>
          <p:spPr>
            <a:xfrm>
              <a:off x="6615387" y="4498958"/>
              <a:ext cx="55600" cy="55600"/>
            </a:xfrm>
            <a:custGeom>
              <a:avLst/>
              <a:gdLst/>
              <a:ahLst/>
              <a:cxnLst/>
              <a:rect l="l" t="t" r="r" b="b"/>
              <a:pathLst>
                <a:path w="1088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3"/>
            <p:cNvSpPr/>
            <p:nvPr/>
          </p:nvSpPr>
          <p:spPr>
            <a:xfrm>
              <a:off x="6552862" y="4498958"/>
              <a:ext cx="62552" cy="55600"/>
            </a:xfrm>
            <a:custGeom>
              <a:avLst/>
              <a:gdLst/>
              <a:ahLst/>
              <a:cxnLst/>
              <a:rect l="l" t="t" r="r" b="b"/>
              <a:pathLst>
                <a:path w="12247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7" y="1088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3"/>
            <p:cNvSpPr/>
            <p:nvPr/>
          </p:nvSpPr>
          <p:spPr>
            <a:xfrm>
              <a:off x="6504240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3"/>
            <p:cNvSpPr/>
            <p:nvPr/>
          </p:nvSpPr>
          <p:spPr>
            <a:xfrm>
              <a:off x="644866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3"/>
            <p:cNvSpPr/>
            <p:nvPr/>
          </p:nvSpPr>
          <p:spPr>
            <a:xfrm>
              <a:off x="6386148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3"/>
            <p:cNvSpPr/>
            <p:nvPr/>
          </p:nvSpPr>
          <p:spPr>
            <a:xfrm>
              <a:off x="6337521" y="4498958"/>
              <a:ext cx="48649" cy="55600"/>
            </a:xfrm>
            <a:custGeom>
              <a:avLst/>
              <a:gdLst/>
              <a:ahLst/>
              <a:cxnLst/>
              <a:rect l="l" t="t" r="r" b="b"/>
              <a:pathLst>
                <a:path w="9525" h="10886" extrusionOk="0">
                  <a:moveTo>
                    <a:pt x="1" y="1"/>
                  </a:moveTo>
                  <a:lnTo>
                    <a:pt x="1" y="10885"/>
                  </a:lnTo>
                  <a:lnTo>
                    <a:pt x="9525" y="1088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3"/>
            <p:cNvSpPr/>
            <p:nvPr/>
          </p:nvSpPr>
          <p:spPr>
            <a:xfrm>
              <a:off x="6281950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5" y="1088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3"/>
            <p:cNvSpPr/>
            <p:nvPr/>
          </p:nvSpPr>
          <p:spPr>
            <a:xfrm>
              <a:off x="6219430" y="4498958"/>
              <a:ext cx="62546" cy="55600"/>
            </a:xfrm>
            <a:custGeom>
              <a:avLst/>
              <a:gdLst/>
              <a:ahLst/>
              <a:cxnLst/>
              <a:rect l="l" t="t" r="r" b="b"/>
              <a:pathLst>
                <a:path w="12246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2245" y="1088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3"/>
            <p:cNvSpPr/>
            <p:nvPr/>
          </p:nvSpPr>
          <p:spPr>
            <a:xfrm>
              <a:off x="6552862" y="4436437"/>
              <a:ext cx="62552" cy="62546"/>
            </a:xfrm>
            <a:custGeom>
              <a:avLst/>
              <a:gdLst/>
              <a:ahLst/>
              <a:cxnLst/>
              <a:rect l="l" t="t" r="r" b="b"/>
              <a:pathLst>
                <a:path w="12247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7" y="12246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3"/>
            <p:cNvSpPr/>
            <p:nvPr/>
          </p:nvSpPr>
          <p:spPr>
            <a:xfrm>
              <a:off x="6504240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3"/>
            <p:cNvSpPr/>
            <p:nvPr/>
          </p:nvSpPr>
          <p:spPr>
            <a:xfrm>
              <a:off x="6448669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3"/>
            <p:cNvSpPr/>
            <p:nvPr/>
          </p:nvSpPr>
          <p:spPr>
            <a:xfrm>
              <a:off x="6386148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3"/>
            <p:cNvSpPr/>
            <p:nvPr/>
          </p:nvSpPr>
          <p:spPr>
            <a:xfrm>
              <a:off x="6337521" y="4436437"/>
              <a:ext cx="48649" cy="62546"/>
            </a:xfrm>
            <a:custGeom>
              <a:avLst/>
              <a:gdLst/>
              <a:ahLst/>
              <a:cxnLst/>
              <a:rect l="l" t="t" r="r" b="b"/>
              <a:pathLst>
                <a:path w="9525" h="12246" extrusionOk="0">
                  <a:moveTo>
                    <a:pt x="1" y="1"/>
                  </a:moveTo>
                  <a:lnTo>
                    <a:pt x="1" y="12246"/>
                  </a:lnTo>
                  <a:lnTo>
                    <a:pt x="9525" y="12246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3"/>
            <p:cNvSpPr/>
            <p:nvPr/>
          </p:nvSpPr>
          <p:spPr>
            <a:xfrm>
              <a:off x="6281950" y="4436437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0885" y="12246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3"/>
            <p:cNvSpPr/>
            <p:nvPr/>
          </p:nvSpPr>
          <p:spPr>
            <a:xfrm>
              <a:off x="6219430" y="4436437"/>
              <a:ext cx="62546" cy="62546"/>
            </a:xfrm>
            <a:custGeom>
              <a:avLst/>
              <a:gdLst/>
              <a:ahLst/>
              <a:cxnLst/>
              <a:rect l="l" t="t" r="r" b="b"/>
              <a:pathLst>
                <a:path w="12246" h="12246" extrusionOk="0">
                  <a:moveTo>
                    <a:pt x="0" y="1"/>
                  </a:moveTo>
                  <a:lnTo>
                    <a:pt x="0" y="12246"/>
                  </a:lnTo>
                  <a:lnTo>
                    <a:pt x="12245" y="12246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3"/>
            <p:cNvSpPr/>
            <p:nvPr/>
          </p:nvSpPr>
          <p:spPr>
            <a:xfrm>
              <a:off x="6552862" y="4387810"/>
              <a:ext cx="62552" cy="48649"/>
            </a:xfrm>
            <a:custGeom>
              <a:avLst/>
              <a:gdLst/>
              <a:ahLst/>
              <a:cxnLst/>
              <a:rect l="l" t="t" r="r" b="b"/>
              <a:pathLst>
                <a:path w="12247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7" y="9525"/>
                  </a:lnTo>
                  <a:lnTo>
                    <a:pt x="12247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3"/>
            <p:cNvSpPr/>
            <p:nvPr/>
          </p:nvSpPr>
          <p:spPr>
            <a:xfrm>
              <a:off x="6504240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3"/>
            <p:cNvSpPr/>
            <p:nvPr/>
          </p:nvSpPr>
          <p:spPr>
            <a:xfrm>
              <a:off x="6448669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3"/>
            <p:cNvSpPr/>
            <p:nvPr/>
          </p:nvSpPr>
          <p:spPr>
            <a:xfrm>
              <a:off x="6386148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3"/>
            <p:cNvSpPr/>
            <p:nvPr/>
          </p:nvSpPr>
          <p:spPr>
            <a:xfrm>
              <a:off x="6337521" y="4387810"/>
              <a:ext cx="48649" cy="48649"/>
            </a:xfrm>
            <a:custGeom>
              <a:avLst/>
              <a:gdLst/>
              <a:ahLst/>
              <a:cxnLst/>
              <a:rect l="l" t="t" r="r" b="b"/>
              <a:pathLst>
                <a:path w="9525" h="9525" extrusionOk="0">
                  <a:moveTo>
                    <a:pt x="1" y="1"/>
                  </a:moveTo>
                  <a:lnTo>
                    <a:pt x="1" y="9525"/>
                  </a:lnTo>
                  <a:lnTo>
                    <a:pt x="9525" y="9525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3"/>
            <p:cNvSpPr/>
            <p:nvPr/>
          </p:nvSpPr>
          <p:spPr>
            <a:xfrm>
              <a:off x="6281950" y="438781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0885" y="9525"/>
                  </a:lnTo>
                  <a:lnTo>
                    <a:pt x="1088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3"/>
            <p:cNvSpPr/>
            <p:nvPr/>
          </p:nvSpPr>
          <p:spPr>
            <a:xfrm>
              <a:off x="6219430" y="4387810"/>
              <a:ext cx="62546" cy="48649"/>
            </a:xfrm>
            <a:custGeom>
              <a:avLst/>
              <a:gdLst/>
              <a:ahLst/>
              <a:cxnLst/>
              <a:rect l="l" t="t" r="r" b="b"/>
              <a:pathLst>
                <a:path w="12246" h="9525" extrusionOk="0">
                  <a:moveTo>
                    <a:pt x="0" y="1"/>
                  </a:moveTo>
                  <a:lnTo>
                    <a:pt x="0" y="9525"/>
                  </a:lnTo>
                  <a:lnTo>
                    <a:pt x="12245" y="9525"/>
                  </a:lnTo>
                  <a:lnTo>
                    <a:pt x="12245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3"/>
            <p:cNvSpPr/>
            <p:nvPr/>
          </p:nvSpPr>
          <p:spPr>
            <a:xfrm>
              <a:off x="6163859" y="4387810"/>
              <a:ext cx="55595" cy="62546"/>
            </a:xfrm>
            <a:custGeom>
              <a:avLst/>
              <a:gdLst/>
              <a:ahLst/>
              <a:cxnLst/>
              <a:rect l="l" t="t" r="r" b="b"/>
              <a:pathLst>
                <a:path w="10885" h="12246" extrusionOk="0">
                  <a:moveTo>
                    <a:pt x="0" y="1"/>
                  </a:moveTo>
                  <a:lnTo>
                    <a:pt x="0" y="12245"/>
                  </a:lnTo>
                  <a:lnTo>
                    <a:pt x="10884" y="1224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3"/>
            <p:cNvSpPr/>
            <p:nvPr/>
          </p:nvSpPr>
          <p:spPr>
            <a:xfrm>
              <a:off x="6163859" y="4450330"/>
              <a:ext cx="55595" cy="48649"/>
            </a:xfrm>
            <a:custGeom>
              <a:avLst/>
              <a:gdLst/>
              <a:ahLst/>
              <a:cxnLst/>
              <a:rect l="l" t="t" r="r" b="b"/>
              <a:pathLst>
                <a:path w="10885" h="9525" extrusionOk="0">
                  <a:moveTo>
                    <a:pt x="0" y="0"/>
                  </a:moveTo>
                  <a:lnTo>
                    <a:pt x="0" y="9525"/>
                  </a:lnTo>
                  <a:lnTo>
                    <a:pt x="10884" y="952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3"/>
            <p:cNvSpPr/>
            <p:nvPr/>
          </p:nvSpPr>
          <p:spPr>
            <a:xfrm>
              <a:off x="6163859" y="4498958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3"/>
            <p:cNvSpPr/>
            <p:nvPr/>
          </p:nvSpPr>
          <p:spPr>
            <a:xfrm>
              <a:off x="6163859" y="4554534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3"/>
            <p:cNvSpPr/>
            <p:nvPr/>
          </p:nvSpPr>
          <p:spPr>
            <a:xfrm>
              <a:off x="6163859" y="4610106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3"/>
            <p:cNvSpPr/>
            <p:nvPr/>
          </p:nvSpPr>
          <p:spPr>
            <a:xfrm>
              <a:off x="6163859" y="4665677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3"/>
            <p:cNvSpPr/>
            <p:nvPr/>
          </p:nvSpPr>
          <p:spPr>
            <a:xfrm>
              <a:off x="6163859" y="4721253"/>
              <a:ext cx="55595" cy="55595"/>
            </a:xfrm>
            <a:custGeom>
              <a:avLst/>
              <a:gdLst/>
              <a:ahLst/>
              <a:cxnLst/>
              <a:rect l="l" t="t" r="r" b="b"/>
              <a:pathLst>
                <a:path w="10885" h="10885" extrusionOk="0">
                  <a:moveTo>
                    <a:pt x="0" y="0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3"/>
            <p:cNvSpPr/>
            <p:nvPr/>
          </p:nvSpPr>
          <p:spPr>
            <a:xfrm>
              <a:off x="6163859" y="4776825"/>
              <a:ext cx="55595" cy="55600"/>
            </a:xfrm>
            <a:custGeom>
              <a:avLst/>
              <a:gdLst/>
              <a:ahLst/>
              <a:cxnLst/>
              <a:rect l="l" t="t" r="r" b="b"/>
              <a:pathLst>
                <a:path w="10885" h="10886" extrusionOk="0">
                  <a:moveTo>
                    <a:pt x="0" y="1"/>
                  </a:moveTo>
                  <a:lnTo>
                    <a:pt x="0" y="10885"/>
                  </a:lnTo>
                  <a:lnTo>
                    <a:pt x="10884" y="10885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3"/>
            <p:cNvSpPr/>
            <p:nvPr/>
          </p:nvSpPr>
          <p:spPr>
            <a:xfrm>
              <a:off x="6552862" y="4325295"/>
              <a:ext cx="62552" cy="62541"/>
            </a:xfrm>
            <a:custGeom>
              <a:avLst/>
              <a:gdLst/>
              <a:ahLst/>
              <a:cxnLst/>
              <a:rect l="l" t="t" r="r" b="b"/>
              <a:pathLst>
                <a:path w="12247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7" y="12245"/>
                  </a:lnTo>
                  <a:lnTo>
                    <a:pt x="12247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3"/>
            <p:cNvSpPr/>
            <p:nvPr/>
          </p:nvSpPr>
          <p:spPr>
            <a:xfrm>
              <a:off x="6504240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3"/>
            <p:cNvSpPr/>
            <p:nvPr/>
          </p:nvSpPr>
          <p:spPr>
            <a:xfrm>
              <a:off x="6448669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3"/>
            <p:cNvSpPr/>
            <p:nvPr/>
          </p:nvSpPr>
          <p:spPr>
            <a:xfrm>
              <a:off x="6386148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3"/>
            <p:cNvSpPr/>
            <p:nvPr/>
          </p:nvSpPr>
          <p:spPr>
            <a:xfrm>
              <a:off x="6337521" y="4325295"/>
              <a:ext cx="48649" cy="62541"/>
            </a:xfrm>
            <a:custGeom>
              <a:avLst/>
              <a:gdLst/>
              <a:ahLst/>
              <a:cxnLst/>
              <a:rect l="l" t="t" r="r" b="b"/>
              <a:pathLst>
                <a:path w="9525" h="12245" extrusionOk="0">
                  <a:moveTo>
                    <a:pt x="1" y="0"/>
                  </a:moveTo>
                  <a:lnTo>
                    <a:pt x="1" y="12245"/>
                  </a:lnTo>
                  <a:lnTo>
                    <a:pt x="9525" y="1224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3"/>
            <p:cNvSpPr/>
            <p:nvPr/>
          </p:nvSpPr>
          <p:spPr>
            <a:xfrm>
              <a:off x="6281950" y="4325295"/>
              <a:ext cx="55595" cy="62541"/>
            </a:xfrm>
            <a:custGeom>
              <a:avLst/>
              <a:gdLst/>
              <a:ahLst/>
              <a:cxnLst/>
              <a:rect l="l" t="t" r="r" b="b"/>
              <a:pathLst>
                <a:path w="10885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0885" y="12245"/>
                  </a:lnTo>
                  <a:lnTo>
                    <a:pt x="1088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3"/>
            <p:cNvSpPr/>
            <p:nvPr/>
          </p:nvSpPr>
          <p:spPr>
            <a:xfrm>
              <a:off x="6219430" y="4325295"/>
              <a:ext cx="62546" cy="62541"/>
            </a:xfrm>
            <a:custGeom>
              <a:avLst/>
              <a:gdLst/>
              <a:ahLst/>
              <a:cxnLst/>
              <a:rect l="l" t="t" r="r" b="b"/>
              <a:pathLst>
                <a:path w="12246" h="12245" extrusionOk="0">
                  <a:moveTo>
                    <a:pt x="0" y="0"/>
                  </a:moveTo>
                  <a:lnTo>
                    <a:pt x="0" y="12245"/>
                  </a:lnTo>
                  <a:lnTo>
                    <a:pt x="12245" y="12245"/>
                  </a:lnTo>
                  <a:lnTo>
                    <a:pt x="12245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1_1">
    <p:bg>
      <p:bgPr>
        <a:solidFill>
          <a:schemeClr val="accent6"/>
        </a:solidFill>
        <a:effectLst/>
      </p:bgPr>
    </p:bg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1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82" name="Google Shape;2282;p14"/>
          <p:cNvSpPr txBox="1">
            <a:spLocks noGrp="1"/>
          </p:cNvSpPr>
          <p:nvPr>
            <p:ph type="title" idx="2"/>
          </p:nvPr>
        </p:nvSpPr>
        <p:spPr>
          <a:xfrm>
            <a:off x="1148450" y="311760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83" name="Google Shape;2283;p14"/>
          <p:cNvSpPr txBox="1">
            <a:spLocks noGrp="1"/>
          </p:cNvSpPr>
          <p:nvPr>
            <p:ph type="subTitle" idx="1"/>
          </p:nvPr>
        </p:nvSpPr>
        <p:spPr>
          <a:xfrm>
            <a:off x="1148450" y="3529783"/>
            <a:ext cx="30888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284" name="Google Shape;2284;p14"/>
          <p:cNvSpPr txBox="1">
            <a:spLocks noGrp="1"/>
          </p:cNvSpPr>
          <p:nvPr>
            <p:ph type="title" idx="3"/>
          </p:nvPr>
        </p:nvSpPr>
        <p:spPr>
          <a:xfrm>
            <a:off x="4906750" y="311760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85" name="Google Shape;2285;p14"/>
          <p:cNvSpPr txBox="1">
            <a:spLocks noGrp="1"/>
          </p:cNvSpPr>
          <p:nvPr>
            <p:ph type="subTitle" idx="4"/>
          </p:nvPr>
        </p:nvSpPr>
        <p:spPr>
          <a:xfrm>
            <a:off x="4906750" y="3529795"/>
            <a:ext cx="3088800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accent6"/>
        </a:solidFill>
        <a:effectLst/>
      </p:bgPr>
    </p:bg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7" name="Google Shape;2287;p15"/>
          <p:cNvGrpSpPr/>
          <p:nvPr/>
        </p:nvGrpSpPr>
        <p:grpSpPr>
          <a:xfrm>
            <a:off x="-98650" y="2037325"/>
            <a:ext cx="9352525" cy="3275625"/>
            <a:chOff x="-98650" y="2037325"/>
            <a:chExt cx="9352525" cy="3275625"/>
          </a:xfrm>
        </p:grpSpPr>
        <p:sp>
          <p:nvSpPr>
            <p:cNvPr id="2288" name="Google Shape;2288;p15"/>
            <p:cNvSpPr/>
            <p:nvPr/>
          </p:nvSpPr>
          <p:spPr>
            <a:xfrm>
              <a:off x="-98650" y="4010850"/>
              <a:ext cx="25233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-98650" y="4584050"/>
              <a:ext cx="25233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-98650" y="4745950"/>
              <a:ext cx="25233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3488175" y="4010850"/>
              <a:ext cx="5765700" cy="567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3488175" y="4584050"/>
              <a:ext cx="5765700" cy="1557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3488175" y="4745950"/>
              <a:ext cx="5765700" cy="567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7648575" y="2037325"/>
              <a:ext cx="1031700" cy="1809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7648575" y="2218332"/>
              <a:ext cx="1031700" cy="124500"/>
            </a:xfrm>
            <a:prstGeom prst="rect">
              <a:avLst/>
            </a:pr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7648575" y="2342924"/>
              <a:ext cx="1031700" cy="16680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7" name="Google Shape;2297;p15"/>
          <p:cNvGrpSpPr/>
          <p:nvPr/>
        </p:nvGrpSpPr>
        <p:grpSpPr>
          <a:xfrm>
            <a:off x="1031000" y="3038742"/>
            <a:ext cx="263998" cy="263956"/>
            <a:chOff x="1031000" y="3038742"/>
            <a:chExt cx="263998" cy="263956"/>
          </a:xfrm>
        </p:grpSpPr>
        <p:sp>
          <p:nvSpPr>
            <p:cNvPr id="2298" name="Google Shape;229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2" name="Google Shape;2302;p15"/>
          <p:cNvGrpSpPr/>
          <p:nvPr/>
        </p:nvGrpSpPr>
        <p:grpSpPr>
          <a:xfrm>
            <a:off x="1031000" y="2611917"/>
            <a:ext cx="263998" cy="263956"/>
            <a:chOff x="1031000" y="3038742"/>
            <a:chExt cx="263998" cy="263956"/>
          </a:xfrm>
        </p:grpSpPr>
        <p:sp>
          <p:nvSpPr>
            <p:cNvPr id="2303" name="Google Shape;2303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7" name="Google Shape;2307;p15"/>
          <p:cNvGrpSpPr/>
          <p:nvPr/>
        </p:nvGrpSpPr>
        <p:grpSpPr>
          <a:xfrm>
            <a:off x="1031000" y="2185092"/>
            <a:ext cx="263998" cy="263956"/>
            <a:chOff x="1031000" y="3038742"/>
            <a:chExt cx="263998" cy="263956"/>
          </a:xfrm>
        </p:grpSpPr>
        <p:sp>
          <p:nvSpPr>
            <p:cNvPr id="2308" name="Google Shape;2308;p15"/>
            <p:cNvSpPr/>
            <p:nvPr/>
          </p:nvSpPr>
          <p:spPr>
            <a:xfrm>
              <a:off x="1031000" y="3170721"/>
              <a:ext cx="148521" cy="131977"/>
            </a:xfrm>
            <a:custGeom>
              <a:avLst/>
              <a:gdLst/>
              <a:ahLst/>
              <a:cxnLst/>
              <a:rect l="l" t="t" r="r" b="b"/>
              <a:pathLst>
                <a:path w="3573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3573" y="3175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1031000" y="3038742"/>
              <a:ext cx="148521" cy="132018"/>
            </a:xfrm>
            <a:custGeom>
              <a:avLst/>
              <a:gdLst/>
              <a:ahLst/>
              <a:cxnLst/>
              <a:rect l="l" t="t" r="r" b="b"/>
              <a:pathLst>
                <a:path w="3573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3573" y="3176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1179482" y="3170721"/>
              <a:ext cx="115516" cy="131977"/>
            </a:xfrm>
            <a:custGeom>
              <a:avLst/>
              <a:gdLst/>
              <a:ahLst/>
              <a:cxnLst/>
              <a:rect l="l" t="t" r="r" b="b"/>
              <a:pathLst>
                <a:path w="2779" h="3175" extrusionOk="0">
                  <a:moveTo>
                    <a:pt x="1" y="1"/>
                  </a:moveTo>
                  <a:lnTo>
                    <a:pt x="1" y="3175"/>
                  </a:lnTo>
                  <a:lnTo>
                    <a:pt x="2779" y="3175"/>
                  </a:lnTo>
                  <a:lnTo>
                    <a:pt x="2779" y="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1179482" y="3038742"/>
              <a:ext cx="115516" cy="132018"/>
            </a:xfrm>
            <a:custGeom>
              <a:avLst/>
              <a:gdLst/>
              <a:ahLst/>
              <a:cxnLst/>
              <a:rect l="l" t="t" r="r" b="b"/>
              <a:pathLst>
                <a:path w="2779" h="3176" extrusionOk="0">
                  <a:moveTo>
                    <a:pt x="1" y="0"/>
                  </a:moveTo>
                  <a:lnTo>
                    <a:pt x="1" y="3176"/>
                  </a:lnTo>
                  <a:lnTo>
                    <a:pt x="2779" y="3176"/>
                  </a:lnTo>
                  <a:lnTo>
                    <a:pt x="277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15"/>
          <p:cNvSpPr txBox="1">
            <a:spLocks noGrp="1"/>
          </p:cNvSpPr>
          <p:nvPr>
            <p:ph type="title"/>
          </p:nvPr>
        </p:nvSpPr>
        <p:spPr>
          <a:xfrm>
            <a:off x="1334700" y="1601125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3" name="Google Shape;2313;p15"/>
          <p:cNvSpPr txBox="1">
            <a:spLocks noGrp="1"/>
          </p:cNvSpPr>
          <p:nvPr>
            <p:ph type="title" idx="2" hasCustomPrompt="1"/>
          </p:nvPr>
        </p:nvSpPr>
        <p:spPr>
          <a:xfrm>
            <a:off x="311700" y="1106125"/>
            <a:ext cx="8520600" cy="7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14" name="Google Shape;2314;p15"/>
          <p:cNvSpPr txBox="1">
            <a:spLocks noGrp="1"/>
          </p:cNvSpPr>
          <p:nvPr>
            <p:ph type="subTitle" idx="1"/>
          </p:nvPr>
        </p:nvSpPr>
        <p:spPr>
          <a:xfrm>
            <a:off x="1753050" y="2370125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">
    <p:spTree>
      <p:nvGrpSpPr>
        <p:cNvPr id="1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0" name="Google Shape;4100;p24"/>
          <p:cNvGrpSpPr/>
          <p:nvPr/>
        </p:nvGrpSpPr>
        <p:grpSpPr>
          <a:xfrm>
            <a:off x="0" y="1474590"/>
            <a:ext cx="9144000" cy="3853085"/>
            <a:chOff x="0" y="1474590"/>
            <a:chExt cx="9144000" cy="3853085"/>
          </a:xfrm>
        </p:grpSpPr>
        <p:grpSp>
          <p:nvGrpSpPr>
            <p:cNvPr id="4101" name="Google Shape;4101;p24"/>
            <p:cNvGrpSpPr/>
            <p:nvPr/>
          </p:nvGrpSpPr>
          <p:grpSpPr>
            <a:xfrm>
              <a:off x="1147578" y="2986377"/>
              <a:ext cx="973077" cy="1033483"/>
              <a:chOff x="7230575" y="3501811"/>
              <a:chExt cx="1540410" cy="1636035"/>
            </a:xfrm>
          </p:grpSpPr>
          <p:grpSp>
            <p:nvGrpSpPr>
              <p:cNvPr id="4102" name="Google Shape;4102;p24"/>
              <p:cNvGrpSpPr/>
              <p:nvPr/>
            </p:nvGrpSpPr>
            <p:grpSpPr>
              <a:xfrm>
                <a:off x="7655512" y="4362305"/>
                <a:ext cx="775528" cy="775540"/>
                <a:chOff x="7655512" y="4362305"/>
                <a:chExt cx="775528" cy="775540"/>
              </a:xfrm>
            </p:grpSpPr>
            <p:sp>
              <p:nvSpPr>
                <p:cNvPr id="4103" name="Google Shape;4103;p24"/>
                <p:cNvSpPr/>
                <p:nvPr/>
              </p:nvSpPr>
              <p:spPr>
                <a:xfrm flipH="1">
                  <a:off x="7825485" y="5042204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4" name="Google Shape;4104;p24"/>
                <p:cNvSpPr/>
                <p:nvPr/>
              </p:nvSpPr>
              <p:spPr>
                <a:xfrm flipH="1">
                  <a:off x="7921094" y="5042204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5" name="Google Shape;4105;p24"/>
                <p:cNvSpPr/>
                <p:nvPr/>
              </p:nvSpPr>
              <p:spPr>
                <a:xfrm flipH="1">
                  <a:off x="7995449" y="5042204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6" name="Google Shape;4106;p24"/>
                <p:cNvSpPr/>
                <p:nvPr/>
              </p:nvSpPr>
              <p:spPr>
                <a:xfrm flipH="1">
                  <a:off x="8080438" y="5042204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7" name="Google Shape;4107;p24"/>
                <p:cNvSpPr/>
                <p:nvPr/>
              </p:nvSpPr>
              <p:spPr>
                <a:xfrm flipH="1">
                  <a:off x="7825485" y="495721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8" name="Google Shape;4108;p24"/>
                <p:cNvSpPr/>
                <p:nvPr/>
              </p:nvSpPr>
              <p:spPr>
                <a:xfrm flipH="1">
                  <a:off x="7921094" y="495721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9" name="Google Shape;4109;p24"/>
                <p:cNvSpPr/>
                <p:nvPr/>
              </p:nvSpPr>
              <p:spPr>
                <a:xfrm flipH="1">
                  <a:off x="7995449" y="495721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0" name="Google Shape;4110;p24"/>
                <p:cNvSpPr/>
                <p:nvPr/>
              </p:nvSpPr>
              <p:spPr>
                <a:xfrm flipH="1">
                  <a:off x="8080438" y="495721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1" name="Google Shape;4111;p24"/>
                <p:cNvSpPr/>
                <p:nvPr/>
              </p:nvSpPr>
              <p:spPr>
                <a:xfrm flipH="1">
                  <a:off x="7825485" y="4872228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2" name="Google Shape;4112;p24"/>
                <p:cNvSpPr/>
                <p:nvPr/>
              </p:nvSpPr>
              <p:spPr>
                <a:xfrm flipH="1">
                  <a:off x="7921094" y="4872228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3" name="Google Shape;4113;p24"/>
                <p:cNvSpPr/>
                <p:nvPr/>
              </p:nvSpPr>
              <p:spPr>
                <a:xfrm flipH="1">
                  <a:off x="7995449" y="4872228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4" name="Google Shape;4114;p24"/>
                <p:cNvSpPr/>
                <p:nvPr/>
              </p:nvSpPr>
              <p:spPr>
                <a:xfrm flipH="1">
                  <a:off x="8080438" y="4872228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5" name="Google Shape;4115;p24"/>
                <p:cNvSpPr/>
                <p:nvPr/>
              </p:nvSpPr>
              <p:spPr>
                <a:xfrm flipH="1">
                  <a:off x="7825485" y="4787235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6" name="Google Shape;4116;p24"/>
                <p:cNvSpPr/>
                <p:nvPr/>
              </p:nvSpPr>
              <p:spPr>
                <a:xfrm flipH="1">
                  <a:off x="7921094" y="4787235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7" name="Google Shape;4117;p24"/>
                <p:cNvSpPr/>
                <p:nvPr/>
              </p:nvSpPr>
              <p:spPr>
                <a:xfrm flipH="1">
                  <a:off x="7995449" y="478723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8" name="Google Shape;4118;p24"/>
                <p:cNvSpPr/>
                <p:nvPr/>
              </p:nvSpPr>
              <p:spPr>
                <a:xfrm flipH="1">
                  <a:off x="8080438" y="4787235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9" name="Google Shape;4119;p24"/>
                <p:cNvSpPr/>
                <p:nvPr/>
              </p:nvSpPr>
              <p:spPr>
                <a:xfrm flipH="1">
                  <a:off x="7825485" y="4702251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24"/>
                <p:cNvSpPr/>
                <p:nvPr/>
              </p:nvSpPr>
              <p:spPr>
                <a:xfrm flipH="1">
                  <a:off x="7921094" y="4702251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1" name="Google Shape;4121;p24"/>
                <p:cNvSpPr/>
                <p:nvPr/>
              </p:nvSpPr>
              <p:spPr>
                <a:xfrm flipH="1">
                  <a:off x="7995449" y="4702251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2" name="Google Shape;4122;p24"/>
                <p:cNvSpPr/>
                <p:nvPr/>
              </p:nvSpPr>
              <p:spPr>
                <a:xfrm flipH="1">
                  <a:off x="8080438" y="4702251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3" name="Google Shape;4123;p24"/>
                <p:cNvSpPr/>
                <p:nvPr/>
              </p:nvSpPr>
              <p:spPr>
                <a:xfrm flipH="1">
                  <a:off x="7655512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4" name="Google Shape;4124;p24"/>
                <p:cNvSpPr/>
                <p:nvPr/>
              </p:nvSpPr>
              <p:spPr>
                <a:xfrm flipH="1">
                  <a:off x="7740496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5" name="Google Shape;4125;p24"/>
                <p:cNvSpPr/>
                <p:nvPr/>
              </p:nvSpPr>
              <p:spPr>
                <a:xfrm flipH="1">
                  <a:off x="7825485" y="4617267"/>
                  <a:ext cx="95633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6" name="Google Shape;4126;p24"/>
                <p:cNvSpPr/>
                <p:nvPr/>
              </p:nvSpPr>
              <p:spPr>
                <a:xfrm flipH="1">
                  <a:off x="7921094" y="4617267"/>
                  <a:ext cx="7438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7" name="Google Shape;4127;p24"/>
                <p:cNvSpPr/>
                <p:nvPr/>
              </p:nvSpPr>
              <p:spPr>
                <a:xfrm flipH="1">
                  <a:off x="7995449" y="4617267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8" name="Google Shape;4128;p24"/>
                <p:cNvSpPr/>
                <p:nvPr/>
              </p:nvSpPr>
              <p:spPr>
                <a:xfrm flipH="1">
                  <a:off x="8080438" y="4617267"/>
                  <a:ext cx="95649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9" name="Google Shape;4129;p24"/>
                <p:cNvSpPr/>
                <p:nvPr/>
              </p:nvSpPr>
              <p:spPr>
                <a:xfrm flipH="1">
                  <a:off x="8176054" y="4617267"/>
                  <a:ext cx="7439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0" name="Google Shape;4130;p24"/>
                <p:cNvSpPr/>
                <p:nvPr/>
              </p:nvSpPr>
              <p:spPr>
                <a:xfrm flipH="1">
                  <a:off x="8250417" y="4617267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1" name="Google Shape;4131;p24"/>
                <p:cNvSpPr/>
                <p:nvPr/>
              </p:nvSpPr>
              <p:spPr>
                <a:xfrm flipH="1">
                  <a:off x="8335399" y="4617267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2" name="Google Shape;4132;p24"/>
                <p:cNvSpPr/>
                <p:nvPr/>
              </p:nvSpPr>
              <p:spPr>
                <a:xfrm flipH="1">
                  <a:off x="7655512" y="4532274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3" name="Google Shape;4133;p24"/>
                <p:cNvSpPr/>
                <p:nvPr/>
              </p:nvSpPr>
              <p:spPr>
                <a:xfrm flipH="1">
                  <a:off x="7995449" y="4532274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4" name="Google Shape;4134;p24"/>
                <p:cNvSpPr/>
                <p:nvPr/>
              </p:nvSpPr>
              <p:spPr>
                <a:xfrm flipH="1">
                  <a:off x="8335399" y="4532274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5" name="Google Shape;4135;p24"/>
                <p:cNvSpPr/>
                <p:nvPr/>
              </p:nvSpPr>
              <p:spPr>
                <a:xfrm flipH="1">
                  <a:off x="7655512" y="4447290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6" name="Google Shape;4136;p24"/>
                <p:cNvSpPr/>
                <p:nvPr/>
              </p:nvSpPr>
              <p:spPr>
                <a:xfrm flipH="1">
                  <a:off x="7995449" y="4447290"/>
                  <a:ext cx="85020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7" name="Google Shape;4137;p24"/>
                <p:cNvSpPr/>
                <p:nvPr/>
              </p:nvSpPr>
              <p:spPr>
                <a:xfrm flipH="1">
                  <a:off x="8335399" y="4447290"/>
                  <a:ext cx="95641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5" extrusionOk="0">
                      <a:moveTo>
                        <a:pt x="1" y="0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8" name="Google Shape;4138;p24"/>
                <p:cNvSpPr/>
                <p:nvPr/>
              </p:nvSpPr>
              <p:spPr>
                <a:xfrm flipH="1">
                  <a:off x="7655512" y="4362305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9" name="Google Shape;4139;p24"/>
                <p:cNvSpPr/>
                <p:nvPr/>
              </p:nvSpPr>
              <p:spPr>
                <a:xfrm flipH="1">
                  <a:off x="7995449" y="4362305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0" name="Google Shape;4140;p24"/>
                <p:cNvSpPr/>
                <p:nvPr/>
              </p:nvSpPr>
              <p:spPr>
                <a:xfrm flipH="1">
                  <a:off x="8335399" y="4362305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41" name="Google Shape;4141;p24"/>
              <p:cNvSpPr/>
              <p:nvPr/>
            </p:nvSpPr>
            <p:spPr>
              <a:xfrm flipH="1">
                <a:off x="7315559" y="3767391"/>
                <a:ext cx="85020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24"/>
              <p:cNvSpPr/>
              <p:nvPr/>
            </p:nvSpPr>
            <p:spPr>
              <a:xfrm flipH="1">
                <a:off x="7655512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24"/>
              <p:cNvSpPr/>
              <p:nvPr/>
            </p:nvSpPr>
            <p:spPr>
              <a:xfrm flipH="1">
                <a:off x="8080438" y="3671779"/>
                <a:ext cx="95649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24"/>
              <p:cNvSpPr/>
              <p:nvPr/>
            </p:nvSpPr>
            <p:spPr>
              <a:xfrm flipH="1">
                <a:off x="8685973" y="3597414"/>
                <a:ext cx="85012" cy="956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24"/>
              <p:cNvSpPr/>
              <p:nvPr/>
            </p:nvSpPr>
            <p:spPr>
              <a:xfrm flipH="1">
                <a:off x="8685973" y="3767391"/>
                <a:ext cx="85012" cy="8502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24"/>
              <p:cNvSpPr/>
              <p:nvPr/>
            </p:nvSpPr>
            <p:spPr>
              <a:xfrm flipH="1">
                <a:off x="8176054" y="3501811"/>
                <a:ext cx="74390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24"/>
              <p:cNvSpPr/>
              <p:nvPr/>
            </p:nvSpPr>
            <p:spPr>
              <a:xfrm flipH="1">
                <a:off x="8250417" y="3501811"/>
                <a:ext cx="85012" cy="95633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148" name="Google Shape;4148;p24"/>
              <p:cNvGrpSpPr/>
              <p:nvPr/>
            </p:nvGrpSpPr>
            <p:grpSpPr>
              <a:xfrm>
                <a:off x="7230575" y="3501811"/>
                <a:ext cx="1540410" cy="860514"/>
                <a:chOff x="7230575" y="3501811"/>
                <a:chExt cx="1540410" cy="860514"/>
              </a:xfrm>
            </p:grpSpPr>
            <p:sp>
              <p:nvSpPr>
                <p:cNvPr id="4149" name="Google Shape;4149;p24"/>
                <p:cNvSpPr/>
                <p:nvPr/>
              </p:nvSpPr>
              <p:spPr>
                <a:xfrm flipH="1">
                  <a:off x="731555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0" name="Google Shape;4150;p24"/>
                <p:cNvSpPr/>
                <p:nvPr/>
              </p:nvSpPr>
              <p:spPr>
                <a:xfrm flipH="1">
                  <a:off x="7400551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1" name="Google Shape;4151;p24"/>
                <p:cNvSpPr/>
                <p:nvPr/>
              </p:nvSpPr>
              <p:spPr>
                <a:xfrm flipH="1">
                  <a:off x="7485535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4" y="1088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2" name="Google Shape;4152;p24"/>
                <p:cNvSpPr/>
                <p:nvPr/>
              </p:nvSpPr>
              <p:spPr>
                <a:xfrm flipH="1">
                  <a:off x="7570520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3" name="Google Shape;4153;p24"/>
                <p:cNvSpPr/>
                <p:nvPr/>
              </p:nvSpPr>
              <p:spPr>
                <a:xfrm flipH="1">
                  <a:off x="7655512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4" name="Google Shape;4154;p24"/>
                <p:cNvSpPr/>
                <p:nvPr/>
              </p:nvSpPr>
              <p:spPr>
                <a:xfrm flipH="1">
                  <a:off x="7740496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5" name="Google Shape;4155;p24"/>
                <p:cNvSpPr/>
                <p:nvPr/>
              </p:nvSpPr>
              <p:spPr>
                <a:xfrm flipH="1">
                  <a:off x="7825485" y="4277321"/>
                  <a:ext cx="95633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6" name="Google Shape;4156;p24"/>
                <p:cNvSpPr/>
                <p:nvPr/>
              </p:nvSpPr>
              <p:spPr>
                <a:xfrm flipH="1">
                  <a:off x="7921094" y="4277321"/>
                  <a:ext cx="7438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9523" y="1088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7" name="Google Shape;4157;p24"/>
                <p:cNvSpPr/>
                <p:nvPr/>
              </p:nvSpPr>
              <p:spPr>
                <a:xfrm flipH="1">
                  <a:off x="7995449" y="4277321"/>
                  <a:ext cx="8502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8" name="Google Shape;4158;p24"/>
                <p:cNvSpPr/>
                <p:nvPr/>
              </p:nvSpPr>
              <p:spPr>
                <a:xfrm flipH="1">
                  <a:off x="8080438" y="4277321"/>
                  <a:ext cx="95649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7" y="1088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9" name="Google Shape;4159;p24"/>
                <p:cNvSpPr/>
                <p:nvPr/>
              </p:nvSpPr>
              <p:spPr>
                <a:xfrm flipH="1">
                  <a:off x="8176054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0" name="Google Shape;4160;p24"/>
                <p:cNvSpPr/>
                <p:nvPr/>
              </p:nvSpPr>
              <p:spPr>
                <a:xfrm flipH="1">
                  <a:off x="825041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1" name="Google Shape;4161;p24"/>
                <p:cNvSpPr/>
                <p:nvPr/>
              </p:nvSpPr>
              <p:spPr>
                <a:xfrm flipH="1">
                  <a:off x="833539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2" name="Google Shape;4162;p24"/>
                <p:cNvSpPr/>
                <p:nvPr/>
              </p:nvSpPr>
              <p:spPr>
                <a:xfrm flipH="1">
                  <a:off x="8431015" y="4277321"/>
                  <a:ext cx="74390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4" extrusionOk="0">
                      <a:moveTo>
                        <a:pt x="1" y="0"/>
                      </a:moveTo>
                      <a:lnTo>
                        <a:pt x="1" y="10884"/>
                      </a:lnTo>
                      <a:lnTo>
                        <a:pt x="9525" y="1088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3" name="Google Shape;4163;p24"/>
                <p:cNvSpPr/>
                <p:nvPr/>
              </p:nvSpPr>
              <p:spPr>
                <a:xfrm flipH="1">
                  <a:off x="8505377" y="4277321"/>
                  <a:ext cx="85012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0885" y="1088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4" name="Google Shape;4164;p24"/>
                <p:cNvSpPr/>
                <p:nvPr/>
              </p:nvSpPr>
              <p:spPr>
                <a:xfrm flipH="1">
                  <a:off x="8590359" y="4277321"/>
                  <a:ext cx="95641" cy="85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4" extrusionOk="0">
                      <a:moveTo>
                        <a:pt x="0" y="0"/>
                      </a:moveTo>
                      <a:lnTo>
                        <a:pt x="0" y="10884"/>
                      </a:lnTo>
                      <a:lnTo>
                        <a:pt x="12245" y="1088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5" name="Google Shape;4165;p24"/>
                <p:cNvSpPr/>
                <p:nvPr/>
              </p:nvSpPr>
              <p:spPr>
                <a:xfrm flipH="1">
                  <a:off x="731555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6" name="Google Shape;4166;p24"/>
                <p:cNvSpPr/>
                <p:nvPr/>
              </p:nvSpPr>
              <p:spPr>
                <a:xfrm flipH="1">
                  <a:off x="7400551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7" name="Google Shape;4167;p24"/>
                <p:cNvSpPr/>
                <p:nvPr/>
              </p:nvSpPr>
              <p:spPr>
                <a:xfrm flipH="1">
                  <a:off x="7485535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8" name="Google Shape;4168;p24"/>
                <p:cNvSpPr/>
                <p:nvPr/>
              </p:nvSpPr>
              <p:spPr>
                <a:xfrm flipH="1">
                  <a:off x="7570520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9" name="Google Shape;4169;p24"/>
                <p:cNvSpPr/>
                <p:nvPr/>
              </p:nvSpPr>
              <p:spPr>
                <a:xfrm flipH="1">
                  <a:off x="7655512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0" name="Google Shape;4170;p24"/>
                <p:cNvSpPr/>
                <p:nvPr/>
              </p:nvSpPr>
              <p:spPr>
                <a:xfrm flipH="1">
                  <a:off x="7740496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1" name="Google Shape;4171;p24"/>
                <p:cNvSpPr/>
                <p:nvPr/>
              </p:nvSpPr>
              <p:spPr>
                <a:xfrm flipH="1">
                  <a:off x="7825485" y="4181710"/>
                  <a:ext cx="95633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2" name="Google Shape;4172;p24"/>
                <p:cNvSpPr/>
                <p:nvPr/>
              </p:nvSpPr>
              <p:spPr>
                <a:xfrm flipH="1">
                  <a:off x="7921094" y="4181710"/>
                  <a:ext cx="7438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3" name="Google Shape;4173;p24"/>
                <p:cNvSpPr/>
                <p:nvPr/>
              </p:nvSpPr>
              <p:spPr>
                <a:xfrm flipH="1">
                  <a:off x="7995449" y="4181710"/>
                  <a:ext cx="8502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4" name="Google Shape;4174;p24"/>
                <p:cNvSpPr/>
                <p:nvPr/>
              </p:nvSpPr>
              <p:spPr>
                <a:xfrm flipH="1">
                  <a:off x="8080438" y="4181710"/>
                  <a:ext cx="95649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5" name="Google Shape;4175;p24"/>
                <p:cNvSpPr/>
                <p:nvPr/>
              </p:nvSpPr>
              <p:spPr>
                <a:xfrm flipH="1">
                  <a:off x="8176054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6" name="Google Shape;4176;p24"/>
                <p:cNvSpPr/>
                <p:nvPr/>
              </p:nvSpPr>
              <p:spPr>
                <a:xfrm flipH="1">
                  <a:off x="825041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7" name="Google Shape;4177;p24"/>
                <p:cNvSpPr/>
                <p:nvPr/>
              </p:nvSpPr>
              <p:spPr>
                <a:xfrm flipH="1">
                  <a:off x="833539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8" name="Google Shape;4178;p24"/>
                <p:cNvSpPr/>
                <p:nvPr/>
              </p:nvSpPr>
              <p:spPr>
                <a:xfrm flipH="1">
                  <a:off x="8431015" y="4181710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9" name="Google Shape;4179;p24"/>
                <p:cNvSpPr/>
                <p:nvPr/>
              </p:nvSpPr>
              <p:spPr>
                <a:xfrm flipH="1">
                  <a:off x="8505377" y="4181710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0" name="Google Shape;4180;p24"/>
                <p:cNvSpPr/>
                <p:nvPr/>
              </p:nvSpPr>
              <p:spPr>
                <a:xfrm flipH="1">
                  <a:off x="8590359" y="4181710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1" name="Google Shape;4181;p24"/>
                <p:cNvSpPr/>
                <p:nvPr/>
              </p:nvSpPr>
              <p:spPr>
                <a:xfrm flipH="1">
                  <a:off x="731555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2" name="Google Shape;4182;p24"/>
                <p:cNvSpPr/>
                <p:nvPr/>
              </p:nvSpPr>
              <p:spPr>
                <a:xfrm flipH="1">
                  <a:off x="7400551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3" name="Google Shape;4183;p24"/>
                <p:cNvSpPr/>
                <p:nvPr/>
              </p:nvSpPr>
              <p:spPr>
                <a:xfrm flipH="1">
                  <a:off x="7485535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4" name="Google Shape;4184;p24"/>
                <p:cNvSpPr/>
                <p:nvPr/>
              </p:nvSpPr>
              <p:spPr>
                <a:xfrm flipH="1">
                  <a:off x="7570520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5" name="Google Shape;4185;p24"/>
                <p:cNvSpPr/>
                <p:nvPr/>
              </p:nvSpPr>
              <p:spPr>
                <a:xfrm flipH="1">
                  <a:off x="7655512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6" name="Google Shape;4186;p24"/>
                <p:cNvSpPr/>
                <p:nvPr/>
              </p:nvSpPr>
              <p:spPr>
                <a:xfrm flipH="1">
                  <a:off x="7740496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7" name="Google Shape;4187;p24"/>
                <p:cNvSpPr/>
                <p:nvPr/>
              </p:nvSpPr>
              <p:spPr>
                <a:xfrm flipH="1">
                  <a:off x="7825485" y="4107344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8" name="Google Shape;4188;p24"/>
                <p:cNvSpPr/>
                <p:nvPr/>
              </p:nvSpPr>
              <p:spPr>
                <a:xfrm flipH="1">
                  <a:off x="7921094" y="4107344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9523" y="952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9" name="Google Shape;4189;p24"/>
                <p:cNvSpPr/>
                <p:nvPr/>
              </p:nvSpPr>
              <p:spPr>
                <a:xfrm flipH="1">
                  <a:off x="7995449" y="4107344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0" name="Google Shape;4190;p24"/>
                <p:cNvSpPr/>
                <p:nvPr/>
              </p:nvSpPr>
              <p:spPr>
                <a:xfrm flipH="1">
                  <a:off x="8080438" y="410734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1" name="Google Shape;4191;p24"/>
                <p:cNvSpPr/>
                <p:nvPr/>
              </p:nvSpPr>
              <p:spPr>
                <a:xfrm flipH="1">
                  <a:off x="8176054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2" name="Google Shape;4192;p24"/>
                <p:cNvSpPr/>
                <p:nvPr/>
              </p:nvSpPr>
              <p:spPr>
                <a:xfrm flipH="1">
                  <a:off x="825041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3" name="Google Shape;4193;p24"/>
                <p:cNvSpPr/>
                <p:nvPr/>
              </p:nvSpPr>
              <p:spPr>
                <a:xfrm flipH="1">
                  <a:off x="833539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4" name="Google Shape;4194;p24"/>
                <p:cNvSpPr/>
                <p:nvPr/>
              </p:nvSpPr>
              <p:spPr>
                <a:xfrm flipH="1">
                  <a:off x="8431015" y="410734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5" name="Google Shape;4195;p24"/>
                <p:cNvSpPr/>
                <p:nvPr/>
              </p:nvSpPr>
              <p:spPr>
                <a:xfrm flipH="1">
                  <a:off x="8505377" y="410734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6" name="Google Shape;4196;p24"/>
                <p:cNvSpPr/>
                <p:nvPr/>
              </p:nvSpPr>
              <p:spPr>
                <a:xfrm flipH="1">
                  <a:off x="8590359" y="410734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7" name="Google Shape;4197;p24"/>
                <p:cNvSpPr/>
                <p:nvPr/>
              </p:nvSpPr>
              <p:spPr>
                <a:xfrm flipH="1">
                  <a:off x="731555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8" name="Google Shape;4198;p24"/>
                <p:cNvSpPr/>
                <p:nvPr/>
              </p:nvSpPr>
              <p:spPr>
                <a:xfrm flipH="1">
                  <a:off x="7400551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9" name="Google Shape;4199;p24"/>
                <p:cNvSpPr/>
                <p:nvPr/>
              </p:nvSpPr>
              <p:spPr>
                <a:xfrm flipH="1">
                  <a:off x="7485535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0" name="Google Shape;4200;p24"/>
                <p:cNvSpPr/>
                <p:nvPr/>
              </p:nvSpPr>
              <p:spPr>
                <a:xfrm flipH="1">
                  <a:off x="7570520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1" name="Google Shape;4201;p24"/>
                <p:cNvSpPr/>
                <p:nvPr/>
              </p:nvSpPr>
              <p:spPr>
                <a:xfrm flipH="1">
                  <a:off x="7655512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2" name="Google Shape;4202;p24"/>
                <p:cNvSpPr/>
                <p:nvPr/>
              </p:nvSpPr>
              <p:spPr>
                <a:xfrm flipH="1">
                  <a:off x="7740496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3" name="Google Shape;4203;p24"/>
                <p:cNvSpPr/>
                <p:nvPr/>
              </p:nvSpPr>
              <p:spPr>
                <a:xfrm flipH="1">
                  <a:off x="7825485" y="4022352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4" name="Google Shape;4204;p24"/>
                <p:cNvSpPr/>
                <p:nvPr/>
              </p:nvSpPr>
              <p:spPr>
                <a:xfrm flipH="1">
                  <a:off x="7921094" y="4022352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5" name="Google Shape;4205;p24"/>
                <p:cNvSpPr/>
                <p:nvPr/>
              </p:nvSpPr>
              <p:spPr>
                <a:xfrm flipH="1">
                  <a:off x="7995449" y="4022352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6" name="Google Shape;4206;p24"/>
                <p:cNvSpPr/>
                <p:nvPr/>
              </p:nvSpPr>
              <p:spPr>
                <a:xfrm flipH="1">
                  <a:off x="8080438" y="4022352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7" name="Google Shape;4207;p24"/>
                <p:cNvSpPr/>
                <p:nvPr/>
              </p:nvSpPr>
              <p:spPr>
                <a:xfrm flipH="1">
                  <a:off x="8176054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8" name="Google Shape;4208;p24"/>
                <p:cNvSpPr/>
                <p:nvPr/>
              </p:nvSpPr>
              <p:spPr>
                <a:xfrm flipH="1">
                  <a:off x="825041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9" name="Google Shape;4209;p24"/>
                <p:cNvSpPr/>
                <p:nvPr/>
              </p:nvSpPr>
              <p:spPr>
                <a:xfrm flipH="1">
                  <a:off x="833539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0" name="Google Shape;4210;p24"/>
                <p:cNvSpPr/>
                <p:nvPr/>
              </p:nvSpPr>
              <p:spPr>
                <a:xfrm flipH="1">
                  <a:off x="8431015" y="4022352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1" name="Google Shape;4211;p24"/>
                <p:cNvSpPr/>
                <p:nvPr/>
              </p:nvSpPr>
              <p:spPr>
                <a:xfrm flipH="1">
                  <a:off x="8505377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2" name="Google Shape;4212;p24"/>
                <p:cNvSpPr/>
                <p:nvPr/>
              </p:nvSpPr>
              <p:spPr>
                <a:xfrm flipH="1">
                  <a:off x="8590359" y="4022352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3" name="Google Shape;4213;p24"/>
                <p:cNvSpPr/>
                <p:nvPr/>
              </p:nvSpPr>
              <p:spPr>
                <a:xfrm flipH="1">
                  <a:off x="731555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4" name="Google Shape;4214;p24"/>
                <p:cNvSpPr/>
                <p:nvPr/>
              </p:nvSpPr>
              <p:spPr>
                <a:xfrm flipH="1">
                  <a:off x="7400551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5" name="Google Shape;4215;p24"/>
                <p:cNvSpPr/>
                <p:nvPr/>
              </p:nvSpPr>
              <p:spPr>
                <a:xfrm flipH="1">
                  <a:off x="7485535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4" y="1224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6" name="Google Shape;4216;p24"/>
                <p:cNvSpPr/>
                <p:nvPr/>
              </p:nvSpPr>
              <p:spPr>
                <a:xfrm flipH="1">
                  <a:off x="7570520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7" name="Google Shape;4217;p24"/>
                <p:cNvSpPr/>
                <p:nvPr/>
              </p:nvSpPr>
              <p:spPr>
                <a:xfrm flipH="1">
                  <a:off x="7655512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8" name="Google Shape;4218;p24"/>
                <p:cNvSpPr/>
                <p:nvPr/>
              </p:nvSpPr>
              <p:spPr>
                <a:xfrm flipH="1">
                  <a:off x="7740496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9" name="Google Shape;4219;p24"/>
                <p:cNvSpPr/>
                <p:nvPr/>
              </p:nvSpPr>
              <p:spPr>
                <a:xfrm flipH="1">
                  <a:off x="7825485" y="3926748"/>
                  <a:ext cx="95633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0" name="Google Shape;4220;p24"/>
                <p:cNvSpPr/>
                <p:nvPr/>
              </p:nvSpPr>
              <p:spPr>
                <a:xfrm flipH="1">
                  <a:off x="7921094" y="3926748"/>
                  <a:ext cx="7438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9523" y="12245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24"/>
                <p:cNvSpPr/>
                <p:nvPr/>
              </p:nvSpPr>
              <p:spPr>
                <a:xfrm flipH="1">
                  <a:off x="7995449" y="3926748"/>
                  <a:ext cx="8502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24"/>
                <p:cNvSpPr/>
                <p:nvPr/>
              </p:nvSpPr>
              <p:spPr>
                <a:xfrm flipH="1">
                  <a:off x="8080438" y="3926748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24"/>
                <p:cNvSpPr/>
                <p:nvPr/>
              </p:nvSpPr>
              <p:spPr>
                <a:xfrm flipH="1">
                  <a:off x="8176054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24"/>
                <p:cNvSpPr/>
                <p:nvPr/>
              </p:nvSpPr>
              <p:spPr>
                <a:xfrm flipH="1">
                  <a:off x="825041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5" name="Google Shape;4225;p24"/>
                <p:cNvSpPr/>
                <p:nvPr/>
              </p:nvSpPr>
              <p:spPr>
                <a:xfrm flipH="1">
                  <a:off x="833539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6" name="Google Shape;4226;p24"/>
                <p:cNvSpPr/>
                <p:nvPr/>
              </p:nvSpPr>
              <p:spPr>
                <a:xfrm flipH="1">
                  <a:off x="8431015" y="3926748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7" name="Google Shape;4227;p24"/>
                <p:cNvSpPr/>
                <p:nvPr/>
              </p:nvSpPr>
              <p:spPr>
                <a:xfrm flipH="1">
                  <a:off x="8505377" y="3926748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8" name="Google Shape;4228;p24"/>
                <p:cNvSpPr/>
                <p:nvPr/>
              </p:nvSpPr>
              <p:spPr>
                <a:xfrm flipH="1">
                  <a:off x="8590359" y="3926748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9" name="Google Shape;4229;p24"/>
                <p:cNvSpPr/>
                <p:nvPr/>
              </p:nvSpPr>
              <p:spPr>
                <a:xfrm flipH="1">
                  <a:off x="731555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24"/>
                <p:cNvSpPr/>
                <p:nvPr/>
              </p:nvSpPr>
              <p:spPr>
                <a:xfrm flipH="1">
                  <a:off x="7400551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24"/>
                <p:cNvSpPr/>
                <p:nvPr/>
              </p:nvSpPr>
              <p:spPr>
                <a:xfrm flipH="1">
                  <a:off x="7485535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4" y="9524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24"/>
                <p:cNvSpPr/>
                <p:nvPr/>
              </p:nvSpPr>
              <p:spPr>
                <a:xfrm flipH="1">
                  <a:off x="7570520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24"/>
                <p:cNvSpPr/>
                <p:nvPr/>
              </p:nvSpPr>
              <p:spPr>
                <a:xfrm flipH="1">
                  <a:off x="7655512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24"/>
                <p:cNvSpPr/>
                <p:nvPr/>
              </p:nvSpPr>
              <p:spPr>
                <a:xfrm flipH="1">
                  <a:off x="7740496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24"/>
                <p:cNvSpPr/>
                <p:nvPr/>
              </p:nvSpPr>
              <p:spPr>
                <a:xfrm flipH="1">
                  <a:off x="7825485" y="3852383"/>
                  <a:ext cx="95633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6" name="Google Shape;4236;p24"/>
                <p:cNvSpPr/>
                <p:nvPr/>
              </p:nvSpPr>
              <p:spPr>
                <a:xfrm flipH="1">
                  <a:off x="7921094" y="3852383"/>
                  <a:ext cx="7438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9523" y="9524"/>
                      </a:lnTo>
                      <a:lnTo>
                        <a:pt x="952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7" name="Google Shape;4237;p24"/>
                <p:cNvSpPr/>
                <p:nvPr/>
              </p:nvSpPr>
              <p:spPr>
                <a:xfrm flipH="1">
                  <a:off x="7995449" y="3852383"/>
                  <a:ext cx="8502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8" name="Google Shape;4238;p24"/>
                <p:cNvSpPr/>
                <p:nvPr/>
              </p:nvSpPr>
              <p:spPr>
                <a:xfrm flipH="1">
                  <a:off x="8080438" y="3852383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7" y="9524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9" name="Google Shape;4239;p24"/>
                <p:cNvSpPr/>
                <p:nvPr/>
              </p:nvSpPr>
              <p:spPr>
                <a:xfrm flipH="1">
                  <a:off x="8176054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0" name="Google Shape;4240;p24"/>
                <p:cNvSpPr/>
                <p:nvPr/>
              </p:nvSpPr>
              <p:spPr>
                <a:xfrm flipH="1">
                  <a:off x="825041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1" name="Google Shape;4241;p24"/>
                <p:cNvSpPr/>
                <p:nvPr/>
              </p:nvSpPr>
              <p:spPr>
                <a:xfrm flipH="1">
                  <a:off x="833539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2" name="Google Shape;4242;p24"/>
                <p:cNvSpPr/>
                <p:nvPr/>
              </p:nvSpPr>
              <p:spPr>
                <a:xfrm flipH="1">
                  <a:off x="8431015" y="3852383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0"/>
                      </a:moveTo>
                      <a:lnTo>
                        <a:pt x="1" y="9524"/>
                      </a:lnTo>
                      <a:lnTo>
                        <a:pt x="9525" y="9524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3" name="Google Shape;4243;p24"/>
                <p:cNvSpPr/>
                <p:nvPr/>
              </p:nvSpPr>
              <p:spPr>
                <a:xfrm flipH="1">
                  <a:off x="8505377" y="385238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0885" y="9524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4" name="Google Shape;4244;p24"/>
                <p:cNvSpPr/>
                <p:nvPr/>
              </p:nvSpPr>
              <p:spPr>
                <a:xfrm flipH="1">
                  <a:off x="8590359" y="3852383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0"/>
                      </a:moveTo>
                      <a:lnTo>
                        <a:pt x="0" y="9524"/>
                      </a:lnTo>
                      <a:lnTo>
                        <a:pt x="12245" y="9524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5" name="Google Shape;4245;p24"/>
                <p:cNvSpPr/>
                <p:nvPr/>
              </p:nvSpPr>
              <p:spPr>
                <a:xfrm flipH="1">
                  <a:off x="7230575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6" name="Google Shape;4246;p24"/>
                <p:cNvSpPr/>
                <p:nvPr/>
              </p:nvSpPr>
              <p:spPr>
                <a:xfrm flipH="1">
                  <a:off x="7230575" y="4117963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7" name="Google Shape;4247;p24"/>
                <p:cNvSpPr/>
                <p:nvPr/>
              </p:nvSpPr>
              <p:spPr>
                <a:xfrm flipH="1">
                  <a:off x="7230575" y="4022352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8" name="Google Shape;4248;p24"/>
                <p:cNvSpPr/>
                <p:nvPr/>
              </p:nvSpPr>
              <p:spPr>
                <a:xfrm flipH="1">
                  <a:off x="7230575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49" name="Google Shape;4249;p24"/>
                <p:cNvSpPr/>
                <p:nvPr/>
              </p:nvSpPr>
              <p:spPr>
                <a:xfrm flipH="1">
                  <a:off x="7230575" y="3863002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0" name="Google Shape;4250;p24"/>
                <p:cNvSpPr/>
                <p:nvPr/>
              </p:nvSpPr>
              <p:spPr>
                <a:xfrm flipH="1">
                  <a:off x="7400551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1" name="Google Shape;4251;p24"/>
                <p:cNvSpPr/>
                <p:nvPr/>
              </p:nvSpPr>
              <p:spPr>
                <a:xfrm flipH="1">
                  <a:off x="7485535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2" name="Google Shape;4252;p24"/>
                <p:cNvSpPr/>
                <p:nvPr/>
              </p:nvSpPr>
              <p:spPr>
                <a:xfrm flipH="1">
                  <a:off x="7570520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3" name="Google Shape;4253;p24"/>
                <p:cNvSpPr/>
                <p:nvPr/>
              </p:nvSpPr>
              <p:spPr>
                <a:xfrm flipH="1">
                  <a:off x="7740496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4" name="Google Shape;4254;p24"/>
                <p:cNvSpPr/>
                <p:nvPr/>
              </p:nvSpPr>
              <p:spPr>
                <a:xfrm flipH="1">
                  <a:off x="7825485" y="3767391"/>
                  <a:ext cx="95633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5" name="Google Shape;4255;p24"/>
                <p:cNvSpPr/>
                <p:nvPr/>
              </p:nvSpPr>
              <p:spPr>
                <a:xfrm flipH="1">
                  <a:off x="7921094" y="3767391"/>
                  <a:ext cx="7438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4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9523" y="10885"/>
                      </a:lnTo>
                      <a:lnTo>
                        <a:pt x="952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6" name="Google Shape;4256;p24"/>
                <p:cNvSpPr/>
                <p:nvPr/>
              </p:nvSpPr>
              <p:spPr>
                <a:xfrm flipH="1">
                  <a:off x="7995449" y="3767391"/>
                  <a:ext cx="8502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7" name="Google Shape;4257;p24"/>
                <p:cNvSpPr/>
                <p:nvPr/>
              </p:nvSpPr>
              <p:spPr>
                <a:xfrm flipH="1">
                  <a:off x="8080438" y="3767391"/>
                  <a:ext cx="95649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7" y="1088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8" name="Google Shape;4258;p24"/>
                <p:cNvSpPr/>
                <p:nvPr/>
              </p:nvSpPr>
              <p:spPr>
                <a:xfrm flipH="1">
                  <a:off x="8176054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59" name="Google Shape;4259;p24"/>
                <p:cNvSpPr/>
                <p:nvPr/>
              </p:nvSpPr>
              <p:spPr>
                <a:xfrm flipH="1">
                  <a:off x="825041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0" name="Google Shape;4260;p24"/>
                <p:cNvSpPr/>
                <p:nvPr/>
              </p:nvSpPr>
              <p:spPr>
                <a:xfrm flipH="1">
                  <a:off x="833539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1" name="Google Shape;4261;p24"/>
                <p:cNvSpPr/>
                <p:nvPr/>
              </p:nvSpPr>
              <p:spPr>
                <a:xfrm flipH="1">
                  <a:off x="8431015" y="3767391"/>
                  <a:ext cx="74390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886" extrusionOk="0">
                      <a:moveTo>
                        <a:pt x="1" y="1"/>
                      </a:moveTo>
                      <a:lnTo>
                        <a:pt x="1" y="10885"/>
                      </a:lnTo>
                      <a:lnTo>
                        <a:pt x="9525" y="1088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2" name="Google Shape;4262;p24"/>
                <p:cNvSpPr/>
                <p:nvPr/>
              </p:nvSpPr>
              <p:spPr>
                <a:xfrm flipH="1">
                  <a:off x="8505377" y="3767391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5" y="1088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3" name="Google Shape;4263;p24"/>
                <p:cNvSpPr/>
                <p:nvPr/>
              </p:nvSpPr>
              <p:spPr>
                <a:xfrm flipH="1">
                  <a:off x="8590359" y="3767391"/>
                  <a:ext cx="95641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2245" y="1088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4" name="Google Shape;4264;p24"/>
                <p:cNvSpPr/>
                <p:nvPr/>
              </p:nvSpPr>
              <p:spPr>
                <a:xfrm flipH="1">
                  <a:off x="8176054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5" name="Google Shape;4265;p24"/>
                <p:cNvSpPr/>
                <p:nvPr/>
              </p:nvSpPr>
              <p:spPr>
                <a:xfrm flipH="1">
                  <a:off x="825041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6" name="Google Shape;4266;p24"/>
                <p:cNvSpPr/>
                <p:nvPr/>
              </p:nvSpPr>
              <p:spPr>
                <a:xfrm flipH="1">
                  <a:off x="833539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7" name="Google Shape;4267;p24"/>
                <p:cNvSpPr/>
                <p:nvPr/>
              </p:nvSpPr>
              <p:spPr>
                <a:xfrm flipH="1">
                  <a:off x="8431015" y="3671779"/>
                  <a:ext cx="74390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6" extrusionOk="0">
                      <a:moveTo>
                        <a:pt x="1" y="1"/>
                      </a:moveTo>
                      <a:lnTo>
                        <a:pt x="1" y="12246"/>
                      </a:lnTo>
                      <a:lnTo>
                        <a:pt x="9525" y="12246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8" name="Google Shape;4268;p24"/>
                <p:cNvSpPr/>
                <p:nvPr/>
              </p:nvSpPr>
              <p:spPr>
                <a:xfrm flipH="1">
                  <a:off x="8505377" y="3671779"/>
                  <a:ext cx="85012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0885" y="12246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9" name="Google Shape;4269;p24"/>
                <p:cNvSpPr/>
                <p:nvPr/>
              </p:nvSpPr>
              <p:spPr>
                <a:xfrm flipH="1">
                  <a:off x="8590359" y="3671779"/>
                  <a:ext cx="95641" cy="95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6" extrusionOk="0">
                      <a:moveTo>
                        <a:pt x="0" y="1"/>
                      </a:moveTo>
                      <a:lnTo>
                        <a:pt x="0" y="12246"/>
                      </a:lnTo>
                      <a:lnTo>
                        <a:pt x="12245" y="12246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0" name="Google Shape;4270;p24"/>
                <p:cNvSpPr/>
                <p:nvPr/>
              </p:nvSpPr>
              <p:spPr>
                <a:xfrm flipH="1">
                  <a:off x="8080438" y="3597414"/>
                  <a:ext cx="95649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7" y="9525"/>
                      </a:lnTo>
                      <a:lnTo>
                        <a:pt x="12247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1" name="Google Shape;4271;p24"/>
                <p:cNvSpPr/>
                <p:nvPr/>
              </p:nvSpPr>
              <p:spPr>
                <a:xfrm flipH="1">
                  <a:off x="8176054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2" name="Google Shape;4272;p24"/>
                <p:cNvSpPr/>
                <p:nvPr/>
              </p:nvSpPr>
              <p:spPr>
                <a:xfrm flipH="1">
                  <a:off x="825041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3" name="Google Shape;4273;p24"/>
                <p:cNvSpPr/>
                <p:nvPr/>
              </p:nvSpPr>
              <p:spPr>
                <a:xfrm flipH="1">
                  <a:off x="833539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4" name="Google Shape;4274;p24"/>
                <p:cNvSpPr/>
                <p:nvPr/>
              </p:nvSpPr>
              <p:spPr>
                <a:xfrm flipH="1">
                  <a:off x="8431015" y="3597414"/>
                  <a:ext cx="74390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 extrusionOk="0">
                      <a:moveTo>
                        <a:pt x="1" y="1"/>
                      </a:moveTo>
                      <a:lnTo>
                        <a:pt x="1" y="9525"/>
                      </a:lnTo>
                      <a:lnTo>
                        <a:pt x="9525" y="9525"/>
                      </a:lnTo>
                      <a:lnTo>
                        <a:pt x="952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5" name="Google Shape;4275;p24"/>
                <p:cNvSpPr/>
                <p:nvPr/>
              </p:nvSpPr>
              <p:spPr>
                <a:xfrm flipH="1">
                  <a:off x="8505377" y="3597414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0885" y="9525"/>
                      </a:lnTo>
                      <a:lnTo>
                        <a:pt x="1088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6" name="Google Shape;4276;p24"/>
                <p:cNvSpPr/>
                <p:nvPr/>
              </p:nvSpPr>
              <p:spPr>
                <a:xfrm flipH="1">
                  <a:off x="8590359" y="3597414"/>
                  <a:ext cx="95641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9525" extrusionOk="0">
                      <a:moveTo>
                        <a:pt x="0" y="1"/>
                      </a:moveTo>
                      <a:lnTo>
                        <a:pt x="0" y="9525"/>
                      </a:lnTo>
                      <a:lnTo>
                        <a:pt x="12245" y="9525"/>
                      </a:lnTo>
                      <a:lnTo>
                        <a:pt x="1224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7" name="Google Shape;4277;p24"/>
                <p:cNvSpPr/>
                <p:nvPr/>
              </p:nvSpPr>
              <p:spPr>
                <a:xfrm flipH="1">
                  <a:off x="8685973" y="3693026"/>
                  <a:ext cx="85012" cy="74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9525" extrusionOk="0">
                      <a:moveTo>
                        <a:pt x="0" y="0"/>
                      </a:moveTo>
                      <a:lnTo>
                        <a:pt x="0" y="9525"/>
                      </a:lnTo>
                      <a:lnTo>
                        <a:pt x="10884" y="952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8" name="Google Shape;4278;p24"/>
                <p:cNvSpPr/>
                <p:nvPr/>
              </p:nvSpPr>
              <p:spPr>
                <a:xfrm flipH="1">
                  <a:off x="8685973" y="3852383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9" name="Google Shape;4279;p24"/>
                <p:cNvSpPr/>
                <p:nvPr/>
              </p:nvSpPr>
              <p:spPr>
                <a:xfrm flipH="1">
                  <a:off x="8685973" y="3937368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0" name="Google Shape;4280;p24"/>
                <p:cNvSpPr/>
                <p:nvPr/>
              </p:nvSpPr>
              <p:spPr>
                <a:xfrm flipH="1">
                  <a:off x="8685973" y="4022352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1" name="Google Shape;4281;p24"/>
                <p:cNvSpPr/>
                <p:nvPr/>
              </p:nvSpPr>
              <p:spPr>
                <a:xfrm flipH="1">
                  <a:off x="8685973" y="4107344"/>
                  <a:ext cx="85012" cy="85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5" extrusionOk="0">
                      <a:moveTo>
                        <a:pt x="0" y="0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2" name="Google Shape;4282;p24"/>
                <p:cNvSpPr/>
                <p:nvPr/>
              </p:nvSpPr>
              <p:spPr>
                <a:xfrm flipH="1">
                  <a:off x="8685973" y="4192329"/>
                  <a:ext cx="85012" cy="85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0886" extrusionOk="0">
                      <a:moveTo>
                        <a:pt x="0" y="1"/>
                      </a:moveTo>
                      <a:lnTo>
                        <a:pt x="0" y="10885"/>
                      </a:lnTo>
                      <a:lnTo>
                        <a:pt x="10884" y="10885"/>
                      </a:lnTo>
                      <a:lnTo>
                        <a:pt x="1088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3" name="Google Shape;4283;p24"/>
                <p:cNvSpPr/>
                <p:nvPr/>
              </p:nvSpPr>
              <p:spPr>
                <a:xfrm flipH="1">
                  <a:off x="8080438" y="3501811"/>
                  <a:ext cx="95649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7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7" y="12245"/>
                      </a:lnTo>
                      <a:lnTo>
                        <a:pt x="12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4" name="Google Shape;4284;p24"/>
                <p:cNvSpPr/>
                <p:nvPr/>
              </p:nvSpPr>
              <p:spPr>
                <a:xfrm flipH="1">
                  <a:off x="833539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5" name="Google Shape;4285;p24"/>
                <p:cNvSpPr/>
                <p:nvPr/>
              </p:nvSpPr>
              <p:spPr>
                <a:xfrm flipH="1">
                  <a:off x="8431015" y="3501811"/>
                  <a:ext cx="74390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245" extrusionOk="0">
                      <a:moveTo>
                        <a:pt x="1" y="0"/>
                      </a:moveTo>
                      <a:lnTo>
                        <a:pt x="1" y="12245"/>
                      </a:lnTo>
                      <a:lnTo>
                        <a:pt x="9525" y="12245"/>
                      </a:lnTo>
                      <a:lnTo>
                        <a:pt x="952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6" name="Google Shape;4286;p24"/>
                <p:cNvSpPr/>
                <p:nvPr/>
              </p:nvSpPr>
              <p:spPr>
                <a:xfrm flipH="1">
                  <a:off x="8505377" y="3501811"/>
                  <a:ext cx="85012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85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0885" y="12245"/>
                      </a:lnTo>
                      <a:lnTo>
                        <a:pt x="108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7" name="Google Shape;4287;p24"/>
                <p:cNvSpPr/>
                <p:nvPr/>
              </p:nvSpPr>
              <p:spPr>
                <a:xfrm flipH="1">
                  <a:off x="8590359" y="3501811"/>
                  <a:ext cx="95641" cy="95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6" h="12245" extrusionOk="0">
                      <a:moveTo>
                        <a:pt x="0" y="0"/>
                      </a:moveTo>
                      <a:lnTo>
                        <a:pt x="0" y="12245"/>
                      </a:lnTo>
                      <a:lnTo>
                        <a:pt x="12245" y="12245"/>
                      </a:lnTo>
                      <a:lnTo>
                        <a:pt x="1224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288" name="Google Shape;4288;p24"/>
            <p:cNvGrpSpPr/>
            <p:nvPr/>
          </p:nvGrpSpPr>
          <p:grpSpPr>
            <a:xfrm>
              <a:off x="414191" y="3387487"/>
              <a:ext cx="636299" cy="675799"/>
              <a:chOff x="6163859" y="4325295"/>
              <a:chExt cx="1007280" cy="1069810"/>
            </a:xfrm>
          </p:grpSpPr>
          <p:sp>
            <p:nvSpPr>
              <p:cNvPr id="4289" name="Google Shape;4289;p24"/>
              <p:cNvSpPr/>
              <p:nvPr/>
            </p:nvSpPr>
            <p:spPr>
              <a:xfrm>
                <a:off x="6719586" y="5332558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24"/>
              <p:cNvSpPr/>
              <p:nvPr/>
            </p:nvSpPr>
            <p:spPr>
              <a:xfrm>
                <a:off x="6670963" y="5332558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24"/>
              <p:cNvSpPr/>
              <p:nvPr/>
            </p:nvSpPr>
            <p:spPr>
              <a:xfrm>
                <a:off x="6615387" y="5332558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24"/>
              <p:cNvSpPr/>
              <p:nvPr/>
            </p:nvSpPr>
            <p:spPr>
              <a:xfrm>
                <a:off x="6552862" y="5332558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24"/>
              <p:cNvSpPr/>
              <p:nvPr/>
            </p:nvSpPr>
            <p:spPr>
              <a:xfrm>
                <a:off x="6719586" y="5276982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24"/>
              <p:cNvSpPr/>
              <p:nvPr/>
            </p:nvSpPr>
            <p:spPr>
              <a:xfrm>
                <a:off x="6670963" y="5276982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24"/>
              <p:cNvSpPr/>
              <p:nvPr/>
            </p:nvSpPr>
            <p:spPr>
              <a:xfrm>
                <a:off x="6615387" y="527698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24"/>
              <p:cNvSpPr/>
              <p:nvPr/>
            </p:nvSpPr>
            <p:spPr>
              <a:xfrm>
                <a:off x="6552862" y="5276982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24"/>
              <p:cNvSpPr/>
              <p:nvPr/>
            </p:nvSpPr>
            <p:spPr>
              <a:xfrm>
                <a:off x="6719586" y="522141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24"/>
              <p:cNvSpPr/>
              <p:nvPr/>
            </p:nvSpPr>
            <p:spPr>
              <a:xfrm>
                <a:off x="6670963" y="522141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24"/>
              <p:cNvSpPr/>
              <p:nvPr/>
            </p:nvSpPr>
            <p:spPr>
              <a:xfrm>
                <a:off x="6615387" y="522141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24"/>
              <p:cNvSpPr/>
              <p:nvPr/>
            </p:nvSpPr>
            <p:spPr>
              <a:xfrm>
                <a:off x="6552862" y="522141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24"/>
              <p:cNvSpPr/>
              <p:nvPr/>
            </p:nvSpPr>
            <p:spPr>
              <a:xfrm>
                <a:off x="6719586" y="5165834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24"/>
              <p:cNvSpPr/>
              <p:nvPr/>
            </p:nvSpPr>
            <p:spPr>
              <a:xfrm>
                <a:off x="6670963" y="5165834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24"/>
              <p:cNvSpPr/>
              <p:nvPr/>
            </p:nvSpPr>
            <p:spPr>
              <a:xfrm>
                <a:off x="6615387" y="5165834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24"/>
              <p:cNvSpPr/>
              <p:nvPr/>
            </p:nvSpPr>
            <p:spPr>
              <a:xfrm>
                <a:off x="6552862" y="5165834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24"/>
              <p:cNvSpPr/>
              <p:nvPr/>
            </p:nvSpPr>
            <p:spPr>
              <a:xfrm>
                <a:off x="6719586" y="5110263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24"/>
              <p:cNvSpPr/>
              <p:nvPr/>
            </p:nvSpPr>
            <p:spPr>
              <a:xfrm>
                <a:off x="6670963" y="5110263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24"/>
              <p:cNvSpPr/>
              <p:nvPr/>
            </p:nvSpPr>
            <p:spPr>
              <a:xfrm>
                <a:off x="6615387" y="5110263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24"/>
              <p:cNvSpPr/>
              <p:nvPr/>
            </p:nvSpPr>
            <p:spPr>
              <a:xfrm>
                <a:off x="6552862" y="5110263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24"/>
              <p:cNvSpPr/>
              <p:nvPr/>
            </p:nvSpPr>
            <p:spPr>
              <a:xfrm>
                <a:off x="6837677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24"/>
              <p:cNvSpPr/>
              <p:nvPr/>
            </p:nvSpPr>
            <p:spPr>
              <a:xfrm>
                <a:off x="6782101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24"/>
              <p:cNvSpPr/>
              <p:nvPr/>
            </p:nvSpPr>
            <p:spPr>
              <a:xfrm>
                <a:off x="6719586" y="5054691"/>
                <a:ext cx="62541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24"/>
              <p:cNvSpPr/>
              <p:nvPr/>
            </p:nvSpPr>
            <p:spPr>
              <a:xfrm>
                <a:off x="6670963" y="5054691"/>
                <a:ext cx="48644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24"/>
              <p:cNvSpPr/>
              <p:nvPr/>
            </p:nvSpPr>
            <p:spPr>
              <a:xfrm>
                <a:off x="6615387" y="5054691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24"/>
              <p:cNvSpPr/>
              <p:nvPr/>
            </p:nvSpPr>
            <p:spPr>
              <a:xfrm>
                <a:off x="6552862" y="5054691"/>
                <a:ext cx="62552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24"/>
              <p:cNvSpPr/>
              <p:nvPr/>
            </p:nvSpPr>
            <p:spPr>
              <a:xfrm>
                <a:off x="6504240" y="5054691"/>
                <a:ext cx="48649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24"/>
              <p:cNvSpPr/>
              <p:nvPr/>
            </p:nvSpPr>
            <p:spPr>
              <a:xfrm>
                <a:off x="6448669" y="5054691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24"/>
              <p:cNvSpPr/>
              <p:nvPr/>
            </p:nvSpPr>
            <p:spPr>
              <a:xfrm>
                <a:off x="6386148" y="5054691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24"/>
              <p:cNvSpPr/>
              <p:nvPr/>
            </p:nvSpPr>
            <p:spPr>
              <a:xfrm>
                <a:off x="6837677" y="499911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24"/>
              <p:cNvSpPr/>
              <p:nvPr/>
            </p:nvSpPr>
            <p:spPr>
              <a:xfrm>
                <a:off x="6615387" y="4999115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24"/>
              <p:cNvSpPr/>
              <p:nvPr/>
            </p:nvSpPr>
            <p:spPr>
              <a:xfrm>
                <a:off x="6386148" y="4999115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24"/>
              <p:cNvSpPr/>
              <p:nvPr/>
            </p:nvSpPr>
            <p:spPr>
              <a:xfrm>
                <a:off x="6837677" y="494354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24"/>
              <p:cNvSpPr/>
              <p:nvPr/>
            </p:nvSpPr>
            <p:spPr>
              <a:xfrm>
                <a:off x="6615387" y="4943544"/>
                <a:ext cx="55600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24"/>
              <p:cNvSpPr/>
              <p:nvPr/>
            </p:nvSpPr>
            <p:spPr>
              <a:xfrm>
                <a:off x="6386148" y="4943544"/>
                <a:ext cx="62546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5" extrusionOk="0">
                    <a:moveTo>
                      <a:pt x="1" y="0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24"/>
              <p:cNvSpPr/>
              <p:nvPr/>
            </p:nvSpPr>
            <p:spPr>
              <a:xfrm>
                <a:off x="6837677" y="4887972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24"/>
              <p:cNvSpPr/>
              <p:nvPr/>
            </p:nvSpPr>
            <p:spPr>
              <a:xfrm>
                <a:off x="6615387" y="4887972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24"/>
              <p:cNvSpPr/>
              <p:nvPr/>
            </p:nvSpPr>
            <p:spPr>
              <a:xfrm>
                <a:off x="6386148" y="4887972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24"/>
              <p:cNvSpPr/>
              <p:nvPr/>
            </p:nvSpPr>
            <p:spPr>
              <a:xfrm>
                <a:off x="705996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24"/>
              <p:cNvSpPr/>
              <p:nvPr/>
            </p:nvSpPr>
            <p:spPr>
              <a:xfrm>
                <a:off x="7004396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24"/>
              <p:cNvSpPr/>
              <p:nvPr/>
            </p:nvSpPr>
            <p:spPr>
              <a:xfrm>
                <a:off x="6948824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4" y="1088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24"/>
              <p:cNvSpPr/>
              <p:nvPr/>
            </p:nvSpPr>
            <p:spPr>
              <a:xfrm>
                <a:off x="6893248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24"/>
              <p:cNvSpPr/>
              <p:nvPr/>
            </p:nvSpPr>
            <p:spPr>
              <a:xfrm>
                <a:off x="6837677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24"/>
              <p:cNvSpPr/>
              <p:nvPr/>
            </p:nvSpPr>
            <p:spPr>
              <a:xfrm>
                <a:off x="6782101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24"/>
              <p:cNvSpPr/>
              <p:nvPr/>
            </p:nvSpPr>
            <p:spPr>
              <a:xfrm>
                <a:off x="6719586" y="4832401"/>
                <a:ext cx="62541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24"/>
              <p:cNvSpPr/>
              <p:nvPr/>
            </p:nvSpPr>
            <p:spPr>
              <a:xfrm>
                <a:off x="6670963" y="4832401"/>
                <a:ext cx="48644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9523" y="1088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24"/>
              <p:cNvSpPr/>
              <p:nvPr/>
            </p:nvSpPr>
            <p:spPr>
              <a:xfrm>
                <a:off x="6615387" y="4832401"/>
                <a:ext cx="55600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24"/>
              <p:cNvSpPr/>
              <p:nvPr/>
            </p:nvSpPr>
            <p:spPr>
              <a:xfrm>
                <a:off x="6552862" y="4832401"/>
                <a:ext cx="62552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7" y="1088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24"/>
              <p:cNvSpPr/>
              <p:nvPr/>
            </p:nvSpPr>
            <p:spPr>
              <a:xfrm>
                <a:off x="6504240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24"/>
              <p:cNvSpPr/>
              <p:nvPr/>
            </p:nvSpPr>
            <p:spPr>
              <a:xfrm>
                <a:off x="6448669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24"/>
              <p:cNvSpPr/>
              <p:nvPr/>
            </p:nvSpPr>
            <p:spPr>
              <a:xfrm>
                <a:off x="6386148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24"/>
              <p:cNvSpPr/>
              <p:nvPr/>
            </p:nvSpPr>
            <p:spPr>
              <a:xfrm>
                <a:off x="6337521" y="4832401"/>
                <a:ext cx="48649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4" extrusionOk="0">
                    <a:moveTo>
                      <a:pt x="1" y="0"/>
                    </a:moveTo>
                    <a:lnTo>
                      <a:pt x="1" y="10884"/>
                    </a:lnTo>
                    <a:lnTo>
                      <a:pt x="9525" y="1088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24"/>
              <p:cNvSpPr/>
              <p:nvPr/>
            </p:nvSpPr>
            <p:spPr>
              <a:xfrm>
                <a:off x="6281950" y="4832401"/>
                <a:ext cx="55595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0885" y="1088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24"/>
              <p:cNvSpPr/>
              <p:nvPr/>
            </p:nvSpPr>
            <p:spPr>
              <a:xfrm>
                <a:off x="6219430" y="4832401"/>
                <a:ext cx="62546" cy="5559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4" extrusionOk="0">
                    <a:moveTo>
                      <a:pt x="0" y="0"/>
                    </a:moveTo>
                    <a:lnTo>
                      <a:pt x="0" y="10884"/>
                    </a:lnTo>
                    <a:lnTo>
                      <a:pt x="12245" y="1088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24"/>
              <p:cNvSpPr/>
              <p:nvPr/>
            </p:nvSpPr>
            <p:spPr>
              <a:xfrm>
                <a:off x="705996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24"/>
              <p:cNvSpPr/>
              <p:nvPr/>
            </p:nvSpPr>
            <p:spPr>
              <a:xfrm>
                <a:off x="7004396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24"/>
              <p:cNvSpPr/>
              <p:nvPr/>
            </p:nvSpPr>
            <p:spPr>
              <a:xfrm>
                <a:off x="6948824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24"/>
              <p:cNvSpPr/>
              <p:nvPr/>
            </p:nvSpPr>
            <p:spPr>
              <a:xfrm>
                <a:off x="6893248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24"/>
              <p:cNvSpPr/>
              <p:nvPr/>
            </p:nvSpPr>
            <p:spPr>
              <a:xfrm>
                <a:off x="6837677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24"/>
              <p:cNvSpPr/>
              <p:nvPr/>
            </p:nvSpPr>
            <p:spPr>
              <a:xfrm>
                <a:off x="6782101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24"/>
              <p:cNvSpPr/>
              <p:nvPr/>
            </p:nvSpPr>
            <p:spPr>
              <a:xfrm>
                <a:off x="6719586" y="4769881"/>
                <a:ext cx="62541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24"/>
              <p:cNvSpPr/>
              <p:nvPr/>
            </p:nvSpPr>
            <p:spPr>
              <a:xfrm>
                <a:off x="6670963" y="4769881"/>
                <a:ext cx="48644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24"/>
              <p:cNvSpPr/>
              <p:nvPr/>
            </p:nvSpPr>
            <p:spPr>
              <a:xfrm>
                <a:off x="6615387" y="4769881"/>
                <a:ext cx="55600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24"/>
              <p:cNvSpPr/>
              <p:nvPr/>
            </p:nvSpPr>
            <p:spPr>
              <a:xfrm>
                <a:off x="6552862" y="4769881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24"/>
              <p:cNvSpPr/>
              <p:nvPr/>
            </p:nvSpPr>
            <p:spPr>
              <a:xfrm>
                <a:off x="6504240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24"/>
              <p:cNvSpPr/>
              <p:nvPr/>
            </p:nvSpPr>
            <p:spPr>
              <a:xfrm>
                <a:off x="6448669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24"/>
              <p:cNvSpPr/>
              <p:nvPr/>
            </p:nvSpPr>
            <p:spPr>
              <a:xfrm>
                <a:off x="6386148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24"/>
              <p:cNvSpPr/>
              <p:nvPr/>
            </p:nvSpPr>
            <p:spPr>
              <a:xfrm>
                <a:off x="6337521" y="4769881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24"/>
              <p:cNvSpPr/>
              <p:nvPr/>
            </p:nvSpPr>
            <p:spPr>
              <a:xfrm>
                <a:off x="6281950" y="4769881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24"/>
              <p:cNvSpPr/>
              <p:nvPr/>
            </p:nvSpPr>
            <p:spPr>
              <a:xfrm>
                <a:off x="6219430" y="4769881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24"/>
              <p:cNvSpPr/>
              <p:nvPr/>
            </p:nvSpPr>
            <p:spPr>
              <a:xfrm>
                <a:off x="705996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24"/>
              <p:cNvSpPr/>
              <p:nvPr/>
            </p:nvSpPr>
            <p:spPr>
              <a:xfrm>
                <a:off x="7004396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24"/>
              <p:cNvSpPr/>
              <p:nvPr/>
            </p:nvSpPr>
            <p:spPr>
              <a:xfrm>
                <a:off x="6948824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24"/>
              <p:cNvSpPr/>
              <p:nvPr/>
            </p:nvSpPr>
            <p:spPr>
              <a:xfrm>
                <a:off x="6893248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24"/>
              <p:cNvSpPr/>
              <p:nvPr/>
            </p:nvSpPr>
            <p:spPr>
              <a:xfrm>
                <a:off x="6837677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24"/>
              <p:cNvSpPr/>
              <p:nvPr/>
            </p:nvSpPr>
            <p:spPr>
              <a:xfrm>
                <a:off x="6782101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24"/>
              <p:cNvSpPr/>
              <p:nvPr/>
            </p:nvSpPr>
            <p:spPr>
              <a:xfrm>
                <a:off x="6719586" y="4721253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24"/>
              <p:cNvSpPr/>
              <p:nvPr/>
            </p:nvSpPr>
            <p:spPr>
              <a:xfrm>
                <a:off x="6670963" y="4721253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9523" y="952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24"/>
              <p:cNvSpPr/>
              <p:nvPr/>
            </p:nvSpPr>
            <p:spPr>
              <a:xfrm>
                <a:off x="6615387" y="4721253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24"/>
              <p:cNvSpPr/>
              <p:nvPr/>
            </p:nvSpPr>
            <p:spPr>
              <a:xfrm>
                <a:off x="6552862" y="4721253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24"/>
              <p:cNvSpPr/>
              <p:nvPr/>
            </p:nvSpPr>
            <p:spPr>
              <a:xfrm>
                <a:off x="6504240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24"/>
              <p:cNvSpPr/>
              <p:nvPr/>
            </p:nvSpPr>
            <p:spPr>
              <a:xfrm>
                <a:off x="6448669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24"/>
              <p:cNvSpPr/>
              <p:nvPr/>
            </p:nvSpPr>
            <p:spPr>
              <a:xfrm>
                <a:off x="6386148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24"/>
              <p:cNvSpPr/>
              <p:nvPr/>
            </p:nvSpPr>
            <p:spPr>
              <a:xfrm>
                <a:off x="6337521" y="4721253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24"/>
              <p:cNvSpPr/>
              <p:nvPr/>
            </p:nvSpPr>
            <p:spPr>
              <a:xfrm>
                <a:off x="6281950" y="4721253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24"/>
              <p:cNvSpPr/>
              <p:nvPr/>
            </p:nvSpPr>
            <p:spPr>
              <a:xfrm>
                <a:off x="6219430" y="4721253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24"/>
              <p:cNvSpPr/>
              <p:nvPr/>
            </p:nvSpPr>
            <p:spPr>
              <a:xfrm>
                <a:off x="705996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24"/>
              <p:cNvSpPr/>
              <p:nvPr/>
            </p:nvSpPr>
            <p:spPr>
              <a:xfrm>
                <a:off x="7004396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24"/>
              <p:cNvSpPr/>
              <p:nvPr/>
            </p:nvSpPr>
            <p:spPr>
              <a:xfrm>
                <a:off x="6948824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24"/>
              <p:cNvSpPr/>
              <p:nvPr/>
            </p:nvSpPr>
            <p:spPr>
              <a:xfrm>
                <a:off x="6893248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24"/>
              <p:cNvSpPr/>
              <p:nvPr/>
            </p:nvSpPr>
            <p:spPr>
              <a:xfrm>
                <a:off x="6837677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24"/>
              <p:cNvSpPr/>
              <p:nvPr/>
            </p:nvSpPr>
            <p:spPr>
              <a:xfrm>
                <a:off x="6782101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24"/>
              <p:cNvSpPr/>
              <p:nvPr/>
            </p:nvSpPr>
            <p:spPr>
              <a:xfrm>
                <a:off x="6719586" y="4665677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24"/>
              <p:cNvSpPr/>
              <p:nvPr/>
            </p:nvSpPr>
            <p:spPr>
              <a:xfrm>
                <a:off x="6670963" y="4665677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24"/>
              <p:cNvSpPr/>
              <p:nvPr/>
            </p:nvSpPr>
            <p:spPr>
              <a:xfrm>
                <a:off x="6615387" y="4665677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24"/>
              <p:cNvSpPr/>
              <p:nvPr/>
            </p:nvSpPr>
            <p:spPr>
              <a:xfrm>
                <a:off x="6552862" y="4665677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24"/>
              <p:cNvSpPr/>
              <p:nvPr/>
            </p:nvSpPr>
            <p:spPr>
              <a:xfrm>
                <a:off x="6504240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24"/>
              <p:cNvSpPr/>
              <p:nvPr/>
            </p:nvSpPr>
            <p:spPr>
              <a:xfrm>
                <a:off x="644866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24"/>
              <p:cNvSpPr/>
              <p:nvPr/>
            </p:nvSpPr>
            <p:spPr>
              <a:xfrm>
                <a:off x="6386148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24"/>
              <p:cNvSpPr/>
              <p:nvPr/>
            </p:nvSpPr>
            <p:spPr>
              <a:xfrm>
                <a:off x="6337521" y="4665677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24"/>
              <p:cNvSpPr/>
              <p:nvPr/>
            </p:nvSpPr>
            <p:spPr>
              <a:xfrm>
                <a:off x="6281950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24"/>
              <p:cNvSpPr/>
              <p:nvPr/>
            </p:nvSpPr>
            <p:spPr>
              <a:xfrm>
                <a:off x="6219430" y="4665677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24"/>
              <p:cNvSpPr/>
              <p:nvPr/>
            </p:nvSpPr>
            <p:spPr>
              <a:xfrm>
                <a:off x="705996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24"/>
              <p:cNvSpPr/>
              <p:nvPr/>
            </p:nvSpPr>
            <p:spPr>
              <a:xfrm>
                <a:off x="7004396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24"/>
              <p:cNvSpPr/>
              <p:nvPr/>
            </p:nvSpPr>
            <p:spPr>
              <a:xfrm>
                <a:off x="6948824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24"/>
              <p:cNvSpPr/>
              <p:nvPr/>
            </p:nvSpPr>
            <p:spPr>
              <a:xfrm>
                <a:off x="6893248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24"/>
              <p:cNvSpPr/>
              <p:nvPr/>
            </p:nvSpPr>
            <p:spPr>
              <a:xfrm>
                <a:off x="6837677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24"/>
              <p:cNvSpPr/>
              <p:nvPr/>
            </p:nvSpPr>
            <p:spPr>
              <a:xfrm>
                <a:off x="6782101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24"/>
              <p:cNvSpPr/>
              <p:nvPr/>
            </p:nvSpPr>
            <p:spPr>
              <a:xfrm>
                <a:off x="6719586" y="4603162"/>
                <a:ext cx="62541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24"/>
              <p:cNvSpPr/>
              <p:nvPr/>
            </p:nvSpPr>
            <p:spPr>
              <a:xfrm>
                <a:off x="6670963" y="4603162"/>
                <a:ext cx="48644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9523" y="12245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24"/>
              <p:cNvSpPr/>
              <p:nvPr/>
            </p:nvSpPr>
            <p:spPr>
              <a:xfrm>
                <a:off x="6615387" y="4603162"/>
                <a:ext cx="55600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24"/>
              <p:cNvSpPr/>
              <p:nvPr/>
            </p:nvSpPr>
            <p:spPr>
              <a:xfrm>
                <a:off x="6552862" y="4603162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24"/>
              <p:cNvSpPr/>
              <p:nvPr/>
            </p:nvSpPr>
            <p:spPr>
              <a:xfrm>
                <a:off x="6504240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24"/>
              <p:cNvSpPr/>
              <p:nvPr/>
            </p:nvSpPr>
            <p:spPr>
              <a:xfrm>
                <a:off x="6448669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24"/>
              <p:cNvSpPr/>
              <p:nvPr/>
            </p:nvSpPr>
            <p:spPr>
              <a:xfrm>
                <a:off x="6386148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24"/>
              <p:cNvSpPr/>
              <p:nvPr/>
            </p:nvSpPr>
            <p:spPr>
              <a:xfrm>
                <a:off x="6337521" y="4603162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24"/>
              <p:cNvSpPr/>
              <p:nvPr/>
            </p:nvSpPr>
            <p:spPr>
              <a:xfrm>
                <a:off x="6281950" y="4603162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24"/>
              <p:cNvSpPr/>
              <p:nvPr/>
            </p:nvSpPr>
            <p:spPr>
              <a:xfrm>
                <a:off x="6219430" y="4603162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24"/>
              <p:cNvSpPr/>
              <p:nvPr/>
            </p:nvSpPr>
            <p:spPr>
              <a:xfrm>
                <a:off x="705996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24"/>
              <p:cNvSpPr/>
              <p:nvPr/>
            </p:nvSpPr>
            <p:spPr>
              <a:xfrm>
                <a:off x="7004396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24"/>
              <p:cNvSpPr/>
              <p:nvPr/>
            </p:nvSpPr>
            <p:spPr>
              <a:xfrm>
                <a:off x="6948824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4" y="9524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24"/>
              <p:cNvSpPr/>
              <p:nvPr/>
            </p:nvSpPr>
            <p:spPr>
              <a:xfrm>
                <a:off x="6893248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24"/>
              <p:cNvSpPr/>
              <p:nvPr/>
            </p:nvSpPr>
            <p:spPr>
              <a:xfrm>
                <a:off x="6837677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24"/>
              <p:cNvSpPr/>
              <p:nvPr/>
            </p:nvSpPr>
            <p:spPr>
              <a:xfrm>
                <a:off x="6782101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24"/>
              <p:cNvSpPr/>
              <p:nvPr/>
            </p:nvSpPr>
            <p:spPr>
              <a:xfrm>
                <a:off x="6719586" y="4554534"/>
                <a:ext cx="62541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24"/>
              <p:cNvSpPr/>
              <p:nvPr/>
            </p:nvSpPr>
            <p:spPr>
              <a:xfrm>
                <a:off x="6670963" y="4554534"/>
                <a:ext cx="48644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9523" y="9524"/>
                    </a:lnTo>
                    <a:lnTo>
                      <a:pt x="952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24"/>
              <p:cNvSpPr/>
              <p:nvPr/>
            </p:nvSpPr>
            <p:spPr>
              <a:xfrm>
                <a:off x="6615387" y="4554534"/>
                <a:ext cx="55600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24"/>
              <p:cNvSpPr/>
              <p:nvPr/>
            </p:nvSpPr>
            <p:spPr>
              <a:xfrm>
                <a:off x="6552862" y="4554534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7" y="9524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24"/>
              <p:cNvSpPr/>
              <p:nvPr/>
            </p:nvSpPr>
            <p:spPr>
              <a:xfrm>
                <a:off x="6504240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24"/>
              <p:cNvSpPr/>
              <p:nvPr/>
            </p:nvSpPr>
            <p:spPr>
              <a:xfrm>
                <a:off x="6448669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24"/>
              <p:cNvSpPr/>
              <p:nvPr/>
            </p:nvSpPr>
            <p:spPr>
              <a:xfrm>
                <a:off x="6386148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24"/>
              <p:cNvSpPr/>
              <p:nvPr/>
            </p:nvSpPr>
            <p:spPr>
              <a:xfrm>
                <a:off x="6337521" y="4554534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0"/>
                    </a:moveTo>
                    <a:lnTo>
                      <a:pt x="1" y="9524"/>
                    </a:lnTo>
                    <a:lnTo>
                      <a:pt x="9525" y="9524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24"/>
              <p:cNvSpPr/>
              <p:nvPr/>
            </p:nvSpPr>
            <p:spPr>
              <a:xfrm>
                <a:off x="6281950" y="4554534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0885" y="9524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24"/>
              <p:cNvSpPr/>
              <p:nvPr/>
            </p:nvSpPr>
            <p:spPr>
              <a:xfrm>
                <a:off x="6219430" y="4554534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0"/>
                    </a:moveTo>
                    <a:lnTo>
                      <a:pt x="0" y="9524"/>
                    </a:lnTo>
                    <a:lnTo>
                      <a:pt x="12245" y="9524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24"/>
              <p:cNvSpPr/>
              <p:nvPr/>
            </p:nvSpPr>
            <p:spPr>
              <a:xfrm>
                <a:off x="705996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24"/>
              <p:cNvSpPr/>
              <p:nvPr/>
            </p:nvSpPr>
            <p:spPr>
              <a:xfrm>
                <a:off x="7115543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24"/>
              <p:cNvSpPr/>
              <p:nvPr/>
            </p:nvSpPr>
            <p:spPr>
              <a:xfrm>
                <a:off x="7115543" y="4728197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24"/>
              <p:cNvSpPr/>
              <p:nvPr/>
            </p:nvSpPr>
            <p:spPr>
              <a:xfrm>
                <a:off x="7115543" y="466567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24"/>
              <p:cNvSpPr/>
              <p:nvPr/>
            </p:nvSpPr>
            <p:spPr>
              <a:xfrm>
                <a:off x="7115543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24"/>
              <p:cNvSpPr/>
              <p:nvPr/>
            </p:nvSpPr>
            <p:spPr>
              <a:xfrm>
                <a:off x="7115543" y="4561478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24"/>
              <p:cNvSpPr/>
              <p:nvPr/>
            </p:nvSpPr>
            <p:spPr>
              <a:xfrm>
                <a:off x="7004396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24"/>
              <p:cNvSpPr/>
              <p:nvPr/>
            </p:nvSpPr>
            <p:spPr>
              <a:xfrm>
                <a:off x="6948824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24"/>
              <p:cNvSpPr/>
              <p:nvPr/>
            </p:nvSpPr>
            <p:spPr>
              <a:xfrm>
                <a:off x="6893248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24"/>
              <p:cNvSpPr/>
              <p:nvPr/>
            </p:nvSpPr>
            <p:spPr>
              <a:xfrm>
                <a:off x="6837677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24"/>
              <p:cNvSpPr/>
              <p:nvPr/>
            </p:nvSpPr>
            <p:spPr>
              <a:xfrm>
                <a:off x="6782101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24"/>
              <p:cNvSpPr/>
              <p:nvPr/>
            </p:nvSpPr>
            <p:spPr>
              <a:xfrm>
                <a:off x="6719586" y="4498958"/>
                <a:ext cx="62541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24"/>
              <p:cNvSpPr/>
              <p:nvPr/>
            </p:nvSpPr>
            <p:spPr>
              <a:xfrm>
                <a:off x="6670963" y="4498958"/>
                <a:ext cx="48644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4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9523" y="10885"/>
                    </a:lnTo>
                    <a:lnTo>
                      <a:pt x="9523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24"/>
              <p:cNvSpPr/>
              <p:nvPr/>
            </p:nvSpPr>
            <p:spPr>
              <a:xfrm>
                <a:off x="6615387" y="4498958"/>
                <a:ext cx="55600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24"/>
              <p:cNvSpPr/>
              <p:nvPr/>
            </p:nvSpPr>
            <p:spPr>
              <a:xfrm>
                <a:off x="6552862" y="4498958"/>
                <a:ext cx="62552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7" y="1088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24"/>
              <p:cNvSpPr/>
              <p:nvPr/>
            </p:nvSpPr>
            <p:spPr>
              <a:xfrm>
                <a:off x="6504240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24"/>
              <p:cNvSpPr/>
              <p:nvPr/>
            </p:nvSpPr>
            <p:spPr>
              <a:xfrm>
                <a:off x="644866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24"/>
              <p:cNvSpPr/>
              <p:nvPr/>
            </p:nvSpPr>
            <p:spPr>
              <a:xfrm>
                <a:off x="6386148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24"/>
              <p:cNvSpPr/>
              <p:nvPr/>
            </p:nvSpPr>
            <p:spPr>
              <a:xfrm>
                <a:off x="6337521" y="4498958"/>
                <a:ext cx="48649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86" extrusionOk="0">
                    <a:moveTo>
                      <a:pt x="1" y="1"/>
                    </a:moveTo>
                    <a:lnTo>
                      <a:pt x="1" y="10885"/>
                    </a:lnTo>
                    <a:lnTo>
                      <a:pt x="9525" y="1088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24"/>
              <p:cNvSpPr/>
              <p:nvPr/>
            </p:nvSpPr>
            <p:spPr>
              <a:xfrm>
                <a:off x="6281950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5" y="1088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24"/>
              <p:cNvSpPr/>
              <p:nvPr/>
            </p:nvSpPr>
            <p:spPr>
              <a:xfrm>
                <a:off x="6219430" y="4498958"/>
                <a:ext cx="62546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2245" y="1088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24"/>
              <p:cNvSpPr/>
              <p:nvPr/>
            </p:nvSpPr>
            <p:spPr>
              <a:xfrm>
                <a:off x="6552862" y="4436437"/>
                <a:ext cx="62552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7" y="12246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24"/>
              <p:cNvSpPr/>
              <p:nvPr/>
            </p:nvSpPr>
            <p:spPr>
              <a:xfrm>
                <a:off x="6504240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24"/>
              <p:cNvSpPr/>
              <p:nvPr/>
            </p:nvSpPr>
            <p:spPr>
              <a:xfrm>
                <a:off x="6448669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24"/>
              <p:cNvSpPr/>
              <p:nvPr/>
            </p:nvSpPr>
            <p:spPr>
              <a:xfrm>
                <a:off x="6386148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24"/>
              <p:cNvSpPr/>
              <p:nvPr/>
            </p:nvSpPr>
            <p:spPr>
              <a:xfrm>
                <a:off x="6337521" y="4436437"/>
                <a:ext cx="48649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6" extrusionOk="0">
                    <a:moveTo>
                      <a:pt x="1" y="1"/>
                    </a:moveTo>
                    <a:lnTo>
                      <a:pt x="1" y="12246"/>
                    </a:lnTo>
                    <a:lnTo>
                      <a:pt x="9525" y="12246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9" name="Google Shape;4449;p24"/>
              <p:cNvSpPr/>
              <p:nvPr/>
            </p:nvSpPr>
            <p:spPr>
              <a:xfrm>
                <a:off x="6281950" y="4436437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0885" y="12246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0" name="Google Shape;4450;p24"/>
              <p:cNvSpPr/>
              <p:nvPr/>
            </p:nvSpPr>
            <p:spPr>
              <a:xfrm>
                <a:off x="6219430" y="4436437"/>
                <a:ext cx="62546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6" extrusionOk="0">
                    <a:moveTo>
                      <a:pt x="0" y="1"/>
                    </a:moveTo>
                    <a:lnTo>
                      <a:pt x="0" y="12246"/>
                    </a:lnTo>
                    <a:lnTo>
                      <a:pt x="12245" y="12246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1" name="Google Shape;4451;p24"/>
              <p:cNvSpPr/>
              <p:nvPr/>
            </p:nvSpPr>
            <p:spPr>
              <a:xfrm>
                <a:off x="6552862" y="4387810"/>
                <a:ext cx="62552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7" y="9525"/>
                    </a:lnTo>
                    <a:lnTo>
                      <a:pt x="12247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2" name="Google Shape;4452;p24"/>
              <p:cNvSpPr/>
              <p:nvPr/>
            </p:nvSpPr>
            <p:spPr>
              <a:xfrm>
                <a:off x="6504240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3" name="Google Shape;4453;p24"/>
              <p:cNvSpPr/>
              <p:nvPr/>
            </p:nvSpPr>
            <p:spPr>
              <a:xfrm>
                <a:off x="6448669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4" name="Google Shape;4454;p24"/>
              <p:cNvSpPr/>
              <p:nvPr/>
            </p:nvSpPr>
            <p:spPr>
              <a:xfrm>
                <a:off x="6386148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5" name="Google Shape;4455;p24"/>
              <p:cNvSpPr/>
              <p:nvPr/>
            </p:nvSpPr>
            <p:spPr>
              <a:xfrm>
                <a:off x="6337521" y="4387810"/>
                <a:ext cx="48649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 extrusionOk="0">
                    <a:moveTo>
                      <a:pt x="1" y="1"/>
                    </a:moveTo>
                    <a:lnTo>
                      <a:pt x="1" y="9525"/>
                    </a:lnTo>
                    <a:lnTo>
                      <a:pt x="9525" y="9525"/>
                    </a:lnTo>
                    <a:lnTo>
                      <a:pt x="952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24"/>
              <p:cNvSpPr/>
              <p:nvPr/>
            </p:nvSpPr>
            <p:spPr>
              <a:xfrm>
                <a:off x="6281950" y="438781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0885" y="9525"/>
                    </a:lnTo>
                    <a:lnTo>
                      <a:pt x="1088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24"/>
              <p:cNvSpPr/>
              <p:nvPr/>
            </p:nvSpPr>
            <p:spPr>
              <a:xfrm>
                <a:off x="6219430" y="4387810"/>
                <a:ext cx="62546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9525" extrusionOk="0">
                    <a:moveTo>
                      <a:pt x="0" y="1"/>
                    </a:moveTo>
                    <a:lnTo>
                      <a:pt x="0" y="9525"/>
                    </a:lnTo>
                    <a:lnTo>
                      <a:pt x="12245" y="9525"/>
                    </a:lnTo>
                    <a:lnTo>
                      <a:pt x="1224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24"/>
              <p:cNvSpPr/>
              <p:nvPr/>
            </p:nvSpPr>
            <p:spPr>
              <a:xfrm>
                <a:off x="6163859" y="4387810"/>
                <a:ext cx="55595" cy="62546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6" extrusionOk="0">
                    <a:moveTo>
                      <a:pt x="0" y="1"/>
                    </a:moveTo>
                    <a:lnTo>
                      <a:pt x="0" y="12245"/>
                    </a:lnTo>
                    <a:lnTo>
                      <a:pt x="10884" y="1224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24"/>
              <p:cNvSpPr/>
              <p:nvPr/>
            </p:nvSpPr>
            <p:spPr>
              <a:xfrm>
                <a:off x="6163859" y="4450330"/>
                <a:ext cx="55595" cy="48649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9525" extrusionOk="0">
                    <a:moveTo>
                      <a:pt x="0" y="0"/>
                    </a:moveTo>
                    <a:lnTo>
                      <a:pt x="0" y="9525"/>
                    </a:lnTo>
                    <a:lnTo>
                      <a:pt x="10884" y="952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24"/>
              <p:cNvSpPr/>
              <p:nvPr/>
            </p:nvSpPr>
            <p:spPr>
              <a:xfrm>
                <a:off x="6163859" y="4498958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24"/>
              <p:cNvSpPr/>
              <p:nvPr/>
            </p:nvSpPr>
            <p:spPr>
              <a:xfrm>
                <a:off x="6163859" y="4554534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24"/>
              <p:cNvSpPr/>
              <p:nvPr/>
            </p:nvSpPr>
            <p:spPr>
              <a:xfrm>
                <a:off x="6163859" y="4610106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24"/>
              <p:cNvSpPr/>
              <p:nvPr/>
            </p:nvSpPr>
            <p:spPr>
              <a:xfrm>
                <a:off x="6163859" y="4665677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24"/>
              <p:cNvSpPr/>
              <p:nvPr/>
            </p:nvSpPr>
            <p:spPr>
              <a:xfrm>
                <a:off x="6163859" y="4721253"/>
                <a:ext cx="55595" cy="55595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5" extrusionOk="0">
                    <a:moveTo>
                      <a:pt x="0" y="0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24"/>
              <p:cNvSpPr/>
              <p:nvPr/>
            </p:nvSpPr>
            <p:spPr>
              <a:xfrm>
                <a:off x="6163859" y="4776825"/>
                <a:ext cx="55595" cy="55600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0886" extrusionOk="0">
                    <a:moveTo>
                      <a:pt x="0" y="1"/>
                    </a:moveTo>
                    <a:lnTo>
                      <a:pt x="0" y="10885"/>
                    </a:lnTo>
                    <a:lnTo>
                      <a:pt x="10884" y="10885"/>
                    </a:lnTo>
                    <a:lnTo>
                      <a:pt x="10884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24"/>
              <p:cNvSpPr/>
              <p:nvPr/>
            </p:nvSpPr>
            <p:spPr>
              <a:xfrm>
                <a:off x="6552862" y="4325295"/>
                <a:ext cx="62552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7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7" y="12245"/>
                    </a:lnTo>
                    <a:lnTo>
                      <a:pt x="12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24"/>
              <p:cNvSpPr/>
              <p:nvPr/>
            </p:nvSpPr>
            <p:spPr>
              <a:xfrm>
                <a:off x="6504240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24"/>
              <p:cNvSpPr/>
              <p:nvPr/>
            </p:nvSpPr>
            <p:spPr>
              <a:xfrm>
                <a:off x="6448669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24"/>
              <p:cNvSpPr/>
              <p:nvPr/>
            </p:nvSpPr>
            <p:spPr>
              <a:xfrm>
                <a:off x="6386148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24"/>
              <p:cNvSpPr/>
              <p:nvPr/>
            </p:nvSpPr>
            <p:spPr>
              <a:xfrm>
                <a:off x="6337521" y="4325295"/>
                <a:ext cx="48649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45" extrusionOk="0">
                    <a:moveTo>
                      <a:pt x="1" y="0"/>
                    </a:moveTo>
                    <a:lnTo>
                      <a:pt x="1" y="12245"/>
                    </a:lnTo>
                    <a:lnTo>
                      <a:pt x="9525" y="12245"/>
                    </a:lnTo>
                    <a:lnTo>
                      <a:pt x="95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24"/>
              <p:cNvSpPr/>
              <p:nvPr/>
            </p:nvSpPr>
            <p:spPr>
              <a:xfrm>
                <a:off x="6281950" y="4325295"/>
                <a:ext cx="55595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0885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0885" y="12245"/>
                    </a:lnTo>
                    <a:lnTo>
                      <a:pt x="1088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24"/>
              <p:cNvSpPr/>
              <p:nvPr/>
            </p:nvSpPr>
            <p:spPr>
              <a:xfrm>
                <a:off x="6219430" y="4325295"/>
                <a:ext cx="62546" cy="62541"/>
              </a:xfrm>
              <a:custGeom>
                <a:avLst/>
                <a:gdLst/>
                <a:ahLst/>
                <a:cxnLst/>
                <a:rect l="l" t="t" r="r" b="b"/>
                <a:pathLst>
                  <a:path w="12246" h="12245" extrusionOk="0">
                    <a:moveTo>
                      <a:pt x="0" y="0"/>
                    </a:moveTo>
                    <a:lnTo>
                      <a:pt x="0" y="12245"/>
                    </a:lnTo>
                    <a:lnTo>
                      <a:pt x="12245" y="12245"/>
                    </a:lnTo>
                    <a:lnTo>
                      <a:pt x="1224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73" name="Google Shape;4473;p24"/>
            <p:cNvGrpSpPr/>
            <p:nvPr/>
          </p:nvGrpSpPr>
          <p:grpSpPr>
            <a:xfrm flipH="1">
              <a:off x="0" y="1474590"/>
              <a:ext cx="9144000" cy="3853085"/>
              <a:chOff x="0" y="1474590"/>
              <a:chExt cx="9144000" cy="3853085"/>
            </a:xfrm>
          </p:grpSpPr>
          <p:sp>
            <p:nvSpPr>
              <p:cNvPr id="4474" name="Google Shape;4474;p24"/>
              <p:cNvSpPr/>
              <p:nvPr/>
            </p:nvSpPr>
            <p:spPr>
              <a:xfrm>
                <a:off x="0" y="4025575"/>
                <a:ext cx="91440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24"/>
              <p:cNvSpPr/>
              <p:nvPr/>
            </p:nvSpPr>
            <p:spPr>
              <a:xfrm>
                <a:off x="0" y="4598775"/>
                <a:ext cx="91440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24"/>
              <p:cNvSpPr/>
              <p:nvPr/>
            </p:nvSpPr>
            <p:spPr>
              <a:xfrm>
                <a:off x="0" y="4760675"/>
                <a:ext cx="9144000" cy="5670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24"/>
              <p:cNvSpPr/>
              <p:nvPr/>
            </p:nvSpPr>
            <p:spPr>
              <a:xfrm>
                <a:off x="0" y="1475275"/>
                <a:ext cx="1611600" cy="567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24"/>
              <p:cNvSpPr/>
              <p:nvPr/>
            </p:nvSpPr>
            <p:spPr>
              <a:xfrm>
                <a:off x="0" y="2048475"/>
                <a:ext cx="1611600" cy="1557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24"/>
              <p:cNvSpPr/>
              <p:nvPr/>
            </p:nvSpPr>
            <p:spPr>
              <a:xfrm>
                <a:off x="0" y="2204175"/>
                <a:ext cx="1611600" cy="1821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80" name="Google Shape;4480;p24"/>
              <p:cNvGrpSpPr/>
              <p:nvPr/>
            </p:nvGrpSpPr>
            <p:grpSpPr>
              <a:xfrm>
                <a:off x="514651" y="1474590"/>
                <a:ext cx="582277" cy="2550888"/>
                <a:chOff x="573900" y="1154950"/>
                <a:chExt cx="538000" cy="2396100"/>
              </a:xfrm>
            </p:grpSpPr>
            <p:sp>
              <p:nvSpPr>
                <p:cNvPr id="4481" name="Google Shape;4481;p24"/>
                <p:cNvSpPr/>
                <p:nvPr/>
              </p:nvSpPr>
              <p:spPr>
                <a:xfrm>
                  <a:off x="5739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4"/>
                <p:cNvSpPr/>
                <p:nvPr/>
              </p:nvSpPr>
              <p:spPr>
                <a:xfrm>
                  <a:off x="1040200" y="1154950"/>
                  <a:ext cx="71700" cy="2396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4"/>
                <p:cNvSpPr/>
                <p:nvPr/>
              </p:nvSpPr>
              <p:spPr>
                <a:xfrm>
                  <a:off x="595400" y="13773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4"/>
                <p:cNvSpPr/>
                <p:nvPr/>
              </p:nvSpPr>
              <p:spPr>
                <a:xfrm>
                  <a:off x="595400" y="17540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4"/>
                <p:cNvSpPr/>
                <p:nvPr/>
              </p:nvSpPr>
              <p:spPr>
                <a:xfrm>
                  <a:off x="613325" y="213063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4"/>
                <p:cNvSpPr/>
                <p:nvPr/>
              </p:nvSpPr>
              <p:spPr>
                <a:xfrm>
                  <a:off x="595400" y="250726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4"/>
                <p:cNvSpPr/>
                <p:nvPr/>
              </p:nvSpPr>
              <p:spPr>
                <a:xfrm>
                  <a:off x="595400" y="2883888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4"/>
                <p:cNvSpPr/>
                <p:nvPr/>
              </p:nvSpPr>
              <p:spPr>
                <a:xfrm>
                  <a:off x="613325" y="3260513"/>
                  <a:ext cx="477000" cy="6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489" name="Google Shape;4489;p24"/>
            <p:cNvSpPr/>
            <p:nvPr/>
          </p:nvSpPr>
          <p:spPr>
            <a:xfrm>
              <a:off x="4159775" y="4005175"/>
              <a:ext cx="1250700" cy="1322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4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1" name="Google Shape;4491;p25"/>
          <p:cNvGrpSpPr/>
          <p:nvPr/>
        </p:nvGrpSpPr>
        <p:grpSpPr>
          <a:xfrm flipH="1">
            <a:off x="8293513" y="2942503"/>
            <a:ext cx="1443946" cy="721968"/>
            <a:chOff x="311697" y="-12"/>
            <a:chExt cx="4437449" cy="2218709"/>
          </a:xfrm>
        </p:grpSpPr>
        <p:sp>
          <p:nvSpPr>
            <p:cNvPr id="4492" name="Google Shape;449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4" name="Google Shape;470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5" name="Google Shape;470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1" name="Google Shape;4821;p25"/>
          <p:cNvGrpSpPr/>
          <p:nvPr/>
        </p:nvGrpSpPr>
        <p:grpSpPr>
          <a:xfrm flipH="1">
            <a:off x="-1055437" y="935378"/>
            <a:ext cx="1443946" cy="721968"/>
            <a:chOff x="311697" y="-12"/>
            <a:chExt cx="4437449" cy="2218709"/>
          </a:xfrm>
        </p:grpSpPr>
        <p:sp>
          <p:nvSpPr>
            <p:cNvPr id="4822" name="Google Shape;482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1" name="Google Shape;5151;p25"/>
          <p:cNvGrpSpPr/>
          <p:nvPr/>
        </p:nvGrpSpPr>
        <p:grpSpPr>
          <a:xfrm flipH="1">
            <a:off x="4062359" y="461843"/>
            <a:ext cx="1019282" cy="509637"/>
            <a:chOff x="311697" y="-12"/>
            <a:chExt cx="4437449" cy="2218709"/>
          </a:xfrm>
        </p:grpSpPr>
        <p:sp>
          <p:nvSpPr>
            <p:cNvPr id="5152" name="Google Shape;5152;p25"/>
            <p:cNvSpPr/>
            <p:nvPr/>
          </p:nvSpPr>
          <p:spPr>
            <a:xfrm>
              <a:off x="2400974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25"/>
            <p:cNvSpPr/>
            <p:nvPr/>
          </p:nvSpPr>
          <p:spPr>
            <a:xfrm>
              <a:off x="2253074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25"/>
            <p:cNvSpPr/>
            <p:nvPr/>
          </p:nvSpPr>
          <p:spPr>
            <a:xfrm>
              <a:off x="208667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25"/>
            <p:cNvSpPr/>
            <p:nvPr/>
          </p:nvSpPr>
          <p:spPr>
            <a:xfrm>
              <a:off x="195724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25"/>
            <p:cNvSpPr/>
            <p:nvPr/>
          </p:nvSpPr>
          <p:spPr>
            <a:xfrm>
              <a:off x="1790857" y="2070781"/>
              <a:ext cx="166400" cy="147916"/>
            </a:xfrm>
            <a:custGeom>
              <a:avLst/>
              <a:gdLst/>
              <a:ahLst/>
              <a:cxnLst/>
              <a:rect l="l" t="t" r="r" b="b"/>
              <a:pathLst>
                <a:path w="1071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25"/>
            <p:cNvSpPr/>
            <p:nvPr/>
          </p:nvSpPr>
          <p:spPr>
            <a:xfrm>
              <a:off x="164291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25"/>
            <p:cNvSpPr/>
            <p:nvPr/>
          </p:nvSpPr>
          <p:spPr>
            <a:xfrm>
              <a:off x="1513494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25"/>
            <p:cNvSpPr/>
            <p:nvPr/>
          </p:nvSpPr>
          <p:spPr>
            <a:xfrm>
              <a:off x="1347094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25"/>
            <p:cNvSpPr/>
            <p:nvPr/>
          </p:nvSpPr>
          <p:spPr>
            <a:xfrm>
              <a:off x="119917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25"/>
            <p:cNvSpPr/>
            <p:nvPr/>
          </p:nvSpPr>
          <p:spPr>
            <a:xfrm>
              <a:off x="1069761" y="2070781"/>
              <a:ext cx="129432" cy="147916"/>
            </a:xfrm>
            <a:custGeom>
              <a:avLst/>
              <a:gdLst/>
              <a:ahLst/>
              <a:cxnLst/>
              <a:rect l="l" t="t" r="r" b="b"/>
              <a:pathLst>
                <a:path w="833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25"/>
            <p:cNvSpPr/>
            <p:nvPr/>
          </p:nvSpPr>
          <p:spPr>
            <a:xfrm>
              <a:off x="903361" y="2070781"/>
              <a:ext cx="166415" cy="147916"/>
            </a:xfrm>
            <a:custGeom>
              <a:avLst/>
              <a:gdLst/>
              <a:ahLst/>
              <a:cxnLst/>
              <a:rect l="l" t="t" r="r" b="b"/>
              <a:pathLst>
                <a:path w="1071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25"/>
            <p:cNvSpPr/>
            <p:nvPr/>
          </p:nvSpPr>
          <p:spPr>
            <a:xfrm>
              <a:off x="755430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25"/>
            <p:cNvSpPr/>
            <p:nvPr/>
          </p:nvSpPr>
          <p:spPr>
            <a:xfrm>
              <a:off x="625998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25"/>
            <p:cNvSpPr/>
            <p:nvPr/>
          </p:nvSpPr>
          <p:spPr>
            <a:xfrm>
              <a:off x="2400974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25"/>
            <p:cNvSpPr/>
            <p:nvPr/>
          </p:nvSpPr>
          <p:spPr>
            <a:xfrm>
              <a:off x="225307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25"/>
            <p:cNvSpPr/>
            <p:nvPr/>
          </p:nvSpPr>
          <p:spPr>
            <a:xfrm>
              <a:off x="208667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25"/>
            <p:cNvSpPr/>
            <p:nvPr/>
          </p:nvSpPr>
          <p:spPr>
            <a:xfrm>
              <a:off x="195724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25"/>
            <p:cNvSpPr/>
            <p:nvPr/>
          </p:nvSpPr>
          <p:spPr>
            <a:xfrm>
              <a:off x="1790857" y="192286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25"/>
            <p:cNvSpPr/>
            <p:nvPr/>
          </p:nvSpPr>
          <p:spPr>
            <a:xfrm>
              <a:off x="164291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25"/>
            <p:cNvSpPr/>
            <p:nvPr/>
          </p:nvSpPr>
          <p:spPr>
            <a:xfrm>
              <a:off x="1513494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25"/>
            <p:cNvSpPr/>
            <p:nvPr/>
          </p:nvSpPr>
          <p:spPr>
            <a:xfrm>
              <a:off x="1347094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25"/>
            <p:cNvSpPr/>
            <p:nvPr/>
          </p:nvSpPr>
          <p:spPr>
            <a:xfrm>
              <a:off x="119917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25"/>
            <p:cNvSpPr/>
            <p:nvPr/>
          </p:nvSpPr>
          <p:spPr>
            <a:xfrm>
              <a:off x="1069761" y="192286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25"/>
            <p:cNvSpPr/>
            <p:nvPr/>
          </p:nvSpPr>
          <p:spPr>
            <a:xfrm>
              <a:off x="903361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25"/>
            <p:cNvSpPr/>
            <p:nvPr/>
          </p:nvSpPr>
          <p:spPr>
            <a:xfrm>
              <a:off x="755430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25"/>
            <p:cNvSpPr/>
            <p:nvPr/>
          </p:nvSpPr>
          <p:spPr>
            <a:xfrm>
              <a:off x="625998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25"/>
            <p:cNvSpPr/>
            <p:nvPr/>
          </p:nvSpPr>
          <p:spPr>
            <a:xfrm>
              <a:off x="459598" y="192286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25"/>
            <p:cNvSpPr/>
            <p:nvPr/>
          </p:nvSpPr>
          <p:spPr>
            <a:xfrm>
              <a:off x="311697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25"/>
            <p:cNvSpPr/>
            <p:nvPr/>
          </p:nvSpPr>
          <p:spPr>
            <a:xfrm>
              <a:off x="2400974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25"/>
            <p:cNvSpPr/>
            <p:nvPr/>
          </p:nvSpPr>
          <p:spPr>
            <a:xfrm>
              <a:off x="225307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25"/>
            <p:cNvSpPr/>
            <p:nvPr/>
          </p:nvSpPr>
          <p:spPr>
            <a:xfrm>
              <a:off x="208667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25"/>
            <p:cNvSpPr/>
            <p:nvPr/>
          </p:nvSpPr>
          <p:spPr>
            <a:xfrm>
              <a:off x="195724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25"/>
            <p:cNvSpPr/>
            <p:nvPr/>
          </p:nvSpPr>
          <p:spPr>
            <a:xfrm>
              <a:off x="1790857" y="175648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25"/>
            <p:cNvSpPr/>
            <p:nvPr/>
          </p:nvSpPr>
          <p:spPr>
            <a:xfrm>
              <a:off x="164291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25"/>
            <p:cNvSpPr/>
            <p:nvPr/>
          </p:nvSpPr>
          <p:spPr>
            <a:xfrm>
              <a:off x="1513494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25"/>
            <p:cNvSpPr/>
            <p:nvPr/>
          </p:nvSpPr>
          <p:spPr>
            <a:xfrm>
              <a:off x="1347094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25"/>
            <p:cNvSpPr/>
            <p:nvPr/>
          </p:nvSpPr>
          <p:spPr>
            <a:xfrm>
              <a:off x="119917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25"/>
            <p:cNvSpPr/>
            <p:nvPr/>
          </p:nvSpPr>
          <p:spPr>
            <a:xfrm>
              <a:off x="1069761" y="175648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25"/>
            <p:cNvSpPr/>
            <p:nvPr/>
          </p:nvSpPr>
          <p:spPr>
            <a:xfrm>
              <a:off x="903361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25"/>
            <p:cNvSpPr/>
            <p:nvPr/>
          </p:nvSpPr>
          <p:spPr>
            <a:xfrm>
              <a:off x="755430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25"/>
            <p:cNvSpPr/>
            <p:nvPr/>
          </p:nvSpPr>
          <p:spPr>
            <a:xfrm>
              <a:off x="625998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25"/>
            <p:cNvSpPr/>
            <p:nvPr/>
          </p:nvSpPr>
          <p:spPr>
            <a:xfrm>
              <a:off x="459598" y="175648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25"/>
            <p:cNvSpPr/>
            <p:nvPr/>
          </p:nvSpPr>
          <p:spPr>
            <a:xfrm>
              <a:off x="311697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25"/>
            <p:cNvSpPr/>
            <p:nvPr/>
          </p:nvSpPr>
          <p:spPr>
            <a:xfrm>
              <a:off x="2400974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25"/>
            <p:cNvSpPr/>
            <p:nvPr/>
          </p:nvSpPr>
          <p:spPr>
            <a:xfrm>
              <a:off x="225307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25"/>
            <p:cNvSpPr/>
            <p:nvPr/>
          </p:nvSpPr>
          <p:spPr>
            <a:xfrm>
              <a:off x="208667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25"/>
            <p:cNvSpPr/>
            <p:nvPr/>
          </p:nvSpPr>
          <p:spPr>
            <a:xfrm>
              <a:off x="195724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25"/>
            <p:cNvSpPr/>
            <p:nvPr/>
          </p:nvSpPr>
          <p:spPr>
            <a:xfrm>
              <a:off x="1790857" y="162704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25"/>
            <p:cNvSpPr/>
            <p:nvPr/>
          </p:nvSpPr>
          <p:spPr>
            <a:xfrm>
              <a:off x="164291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25"/>
            <p:cNvSpPr/>
            <p:nvPr/>
          </p:nvSpPr>
          <p:spPr>
            <a:xfrm>
              <a:off x="1513494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25"/>
            <p:cNvSpPr/>
            <p:nvPr/>
          </p:nvSpPr>
          <p:spPr>
            <a:xfrm>
              <a:off x="1347094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25"/>
            <p:cNvSpPr/>
            <p:nvPr/>
          </p:nvSpPr>
          <p:spPr>
            <a:xfrm>
              <a:off x="119917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25"/>
            <p:cNvSpPr/>
            <p:nvPr/>
          </p:nvSpPr>
          <p:spPr>
            <a:xfrm>
              <a:off x="1069761" y="162704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25"/>
            <p:cNvSpPr/>
            <p:nvPr/>
          </p:nvSpPr>
          <p:spPr>
            <a:xfrm>
              <a:off x="903361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25"/>
            <p:cNvSpPr/>
            <p:nvPr/>
          </p:nvSpPr>
          <p:spPr>
            <a:xfrm>
              <a:off x="755430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25"/>
            <p:cNvSpPr/>
            <p:nvPr/>
          </p:nvSpPr>
          <p:spPr>
            <a:xfrm>
              <a:off x="625998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25"/>
            <p:cNvSpPr/>
            <p:nvPr/>
          </p:nvSpPr>
          <p:spPr>
            <a:xfrm>
              <a:off x="459598" y="162704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25"/>
            <p:cNvSpPr/>
            <p:nvPr/>
          </p:nvSpPr>
          <p:spPr>
            <a:xfrm>
              <a:off x="311697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25"/>
            <p:cNvSpPr/>
            <p:nvPr/>
          </p:nvSpPr>
          <p:spPr>
            <a:xfrm>
              <a:off x="2400974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25"/>
            <p:cNvSpPr/>
            <p:nvPr/>
          </p:nvSpPr>
          <p:spPr>
            <a:xfrm>
              <a:off x="225307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25"/>
            <p:cNvSpPr/>
            <p:nvPr/>
          </p:nvSpPr>
          <p:spPr>
            <a:xfrm>
              <a:off x="208667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25"/>
            <p:cNvSpPr/>
            <p:nvPr/>
          </p:nvSpPr>
          <p:spPr>
            <a:xfrm>
              <a:off x="195724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25"/>
            <p:cNvSpPr/>
            <p:nvPr/>
          </p:nvSpPr>
          <p:spPr>
            <a:xfrm>
              <a:off x="1790857" y="1460633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25"/>
            <p:cNvSpPr/>
            <p:nvPr/>
          </p:nvSpPr>
          <p:spPr>
            <a:xfrm>
              <a:off x="164291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25"/>
            <p:cNvSpPr/>
            <p:nvPr/>
          </p:nvSpPr>
          <p:spPr>
            <a:xfrm>
              <a:off x="1513494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25"/>
            <p:cNvSpPr/>
            <p:nvPr/>
          </p:nvSpPr>
          <p:spPr>
            <a:xfrm>
              <a:off x="1347094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25"/>
            <p:cNvSpPr/>
            <p:nvPr/>
          </p:nvSpPr>
          <p:spPr>
            <a:xfrm>
              <a:off x="119917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25"/>
            <p:cNvSpPr/>
            <p:nvPr/>
          </p:nvSpPr>
          <p:spPr>
            <a:xfrm>
              <a:off x="1069761" y="1460633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25"/>
            <p:cNvSpPr/>
            <p:nvPr/>
          </p:nvSpPr>
          <p:spPr>
            <a:xfrm>
              <a:off x="903361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25"/>
            <p:cNvSpPr/>
            <p:nvPr/>
          </p:nvSpPr>
          <p:spPr>
            <a:xfrm>
              <a:off x="755430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25"/>
            <p:cNvSpPr/>
            <p:nvPr/>
          </p:nvSpPr>
          <p:spPr>
            <a:xfrm>
              <a:off x="625998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25"/>
            <p:cNvSpPr/>
            <p:nvPr/>
          </p:nvSpPr>
          <p:spPr>
            <a:xfrm>
              <a:off x="459598" y="1460633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25"/>
            <p:cNvSpPr/>
            <p:nvPr/>
          </p:nvSpPr>
          <p:spPr>
            <a:xfrm>
              <a:off x="311697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25"/>
            <p:cNvSpPr/>
            <p:nvPr/>
          </p:nvSpPr>
          <p:spPr>
            <a:xfrm>
              <a:off x="2400974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25"/>
            <p:cNvSpPr/>
            <p:nvPr/>
          </p:nvSpPr>
          <p:spPr>
            <a:xfrm>
              <a:off x="225307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25"/>
            <p:cNvSpPr/>
            <p:nvPr/>
          </p:nvSpPr>
          <p:spPr>
            <a:xfrm>
              <a:off x="208667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25"/>
            <p:cNvSpPr/>
            <p:nvPr/>
          </p:nvSpPr>
          <p:spPr>
            <a:xfrm>
              <a:off x="195724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25"/>
            <p:cNvSpPr/>
            <p:nvPr/>
          </p:nvSpPr>
          <p:spPr>
            <a:xfrm>
              <a:off x="1790857" y="1331201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25"/>
            <p:cNvSpPr/>
            <p:nvPr/>
          </p:nvSpPr>
          <p:spPr>
            <a:xfrm>
              <a:off x="164291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25"/>
            <p:cNvSpPr/>
            <p:nvPr/>
          </p:nvSpPr>
          <p:spPr>
            <a:xfrm>
              <a:off x="1513494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25"/>
            <p:cNvSpPr/>
            <p:nvPr/>
          </p:nvSpPr>
          <p:spPr>
            <a:xfrm>
              <a:off x="1347094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25"/>
            <p:cNvSpPr/>
            <p:nvPr/>
          </p:nvSpPr>
          <p:spPr>
            <a:xfrm>
              <a:off x="119917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25"/>
            <p:cNvSpPr/>
            <p:nvPr/>
          </p:nvSpPr>
          <p:spPr>
            <a:xfrm>
              <a:off x="1069761" y="1331201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25"/>
            <p:cNvSpPr/>
            <p:nvPr/>
          </p:nvSpPr>
          <p:spPr>
            <a:xfrm>
              <a:off x="903361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25"/>
            <p:cNvSpPr/>
            <p:nvPr/>
          </p:nvSpPr>
          <p:spPr>
            <a:xfrm>
              <a:off x="755430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25"/>
            <p:cNvSpPr/>
            <p:nvPr/>
          </p:nvSpPr>
          <p:spPr>
            <a:xfrm>
              <a:off x="625998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25"/>
            <p:cNvSpPr/>
            <p:nvPr/>
          </p:nvSpPr>
          <p:spPr>
            <a:xfrm>
              <a:off x="459598" y="1331201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25"/>
            <p:cNvSpPr/>
            <p:nvPr/>
          </p:nvSpPr>
          <p:spPr>
            <a:xfrm>
              <a:off x="2400974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25"/>
            <p:cNvSpPr/>
            <p:nvPr/>
          </p:nvSpPr>
          <p:spPr>
            <a:xfrm>
              <a:off x="2253074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25"/>
            <p:cNvSpPr/>
            <p:nvPr/>
          </p:nvSpPr>
          <p:spPr>
            <a:xfrm>
              <a:off x="208667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25"/>
            <p:cNvSpPr/>
            <p:nvPr/>
          </p:nvSpPr>
          <p:spPr>
            <a:xfrm>
              <a:off x="195724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25"/>
            <p:cNvSpPr/>
            <p:nvPr/>
          </p:nvSpPr>
          <p:spPr>
            <a:xfrm>
              <a:off x="1790857" y="1183285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25"/>
            <p:cNvSpPr/>
            <p:nvPr/>
          </p:nvSpPr>
          <p:spPr>
            <a:xfrm>
              <a:off x="164291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25"/>
            <p:cNvSpPr/>
            <p:nvPr/>
          </p:nvSpPr>
          <p:spPr>
            <a:xfrm>
              <a:off x="1513494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25"/>
            <p:cNvSpPr/>
            <p:nvPr/>
          </p:nvSpPr>
          <p:spPr>
            <a:xfrm>
              <a:off x="1347094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25"/>
            <p:cNvSpPr/>
            <p:nvPr/>
          </p:nvSpPr>
          <p:spPr>
            <a:xfrm>
              <a:off x="119917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25"/>
            <p:cNvSpPr/>
            <p:nvPr/>
          </p:nvSpPr>
          <p:spPr>
            <a:xfrm>
              <a:off x="1069761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25"/>
            <p:cNvSpPr/>
            <p:nvPr/>
          </p:nvSpPr>
          <p:spPr>
            <a:xfrm>
              <a:off x="903361" y="1183285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25"/>
            <p:cNvSpPr/>
            <p:nvPr/>
          </p:nvSpPr>
          <p:spPr>
            <a:xfrm>
              <a:off x="755430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25"/>
            <p:cNvSpPr/>
            <p:nvPr/>
          </p:nvSpPr>
          <p:spPr>
            <a:xfrm>
              <a:off x="626013" y="1183285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2" y="9523"/>
                  </a:lnTo>
                  <a:lnTo>
                    <a:pt x="833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25"/>
            <p:cNvSpPr/>
            <p:nvPr/>
          </p:nvSpPr>
          <p:spPr>
            <a:xfrm>
              <a:off x="2400974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25"/>
            <p:cNvSpPr/>
            <p:nvPr/>
          </p:nvSpPr>
          <p:spPr>
            <a:xfrm>
              <a:off x="2253074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25"/>
            <p:cNvSpPr/>
            <p:nvPr/>
          </p:nvSpPr>
          <p:spPr>
            <a:xfrm>
              <a:off x="208667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25"/>
            <p:cNvSpPr/>
            <p:nvPr/>
          </p:nvSpPr>
          <p:spPr>
            <a:xfrm>
              <a:off x="195724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25"/>
            <p:cNvSpPr/>
            <p:nvPr/>
          </p:nvSpPr>
          <p:spPr>
            <a:xfrm>
              <a:off x="1790857" y="101690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25"/>
            <p:cNvSpPr/>
            <p:nvPr/>
          </p:nvSpPr>
          <p:spPr>
            <a:xfrm>
              <a:off x="164291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25"/>
            <p:cNvSpPr/>
            <p:nvPr/>
          </p:nvSpPr>
          <p:spPr>
            <a:xfrm>
              <a:off x="1513494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25"/>
            <p:cNvSpPr/>
            <p:nvPr/>
          </p:nvSpPr>
          <p:spPr>
            <a:xfrm>
              <a:off x="1347094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25"/>
            <p:cNvSpPr/>
            <p:nvPr/>
          </p:nvSpPr>
          <p:spPr>
            <a:xfrm>
              <a:off x="1199178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25"/>
            <p:cNvSpPr/>
            <p:nvPr/>
          </p:nvSpPr>
          <p:spPr>
            <a:xfrm>
              <a:off x="1069761" y="1016900"/>
              <a:ext cx="129432" cy="166400"/>
            </a:xfrm>
            <a:custGeom>
              <a:avLst/>
              <a:gdLst/>
              <a:ahLst/>
              <a:cxnLst/>
              <a:rect l="l" t="t" r="r" b="b"/>
              <a:pathLst>
                <a:path w="833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25"/>
            <p:cNvSpPr/>
            <p:nvPr/>
          </p:nvSpPr>
          <p:spPr>
            <a:xfrm>
              <a:off x="903361" y="101690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25"/>
            <p:cNvSpPr/>
            <p:nvPr/>
          </p:nvSpPr>
          <p:spPr>
            <a:xfrm>
              <a:off x="755430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25"/>
            <p:cNvSpPr/>
            <p:nvPr/>
          </p:nvSpPr>
          <p:spPr>
            <a:xfrm>
              <a:off x="2400974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25"/>
            <p:cNvSpPr/>
            <p:nvPr/>
          </p:nvSpPr>
          <p:spPr>
            <a:xfrm>
              <a:off x="2253074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25"/>
            <p:cNvSpPr/>
            <p:nvPr/>
          </p:nvSpPr>
          <p:spPr>
            <a:xfrm>
              <a:off x="208667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25"/>
            <p:cNvSpPr/>
            <p:nvPr/>
          </p:nvSpPr>
          <p:spPr>
            <a:xfrm>
              <a:off x="195724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25"/>
            <p:cNvSpPr/>
            <p:nvPr/>
          </p:nvSpPr>
          <p:spPr>
            <a:xfrm>
              <a:off x="1790857" y="887468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25"/>
            <p:cNvSpPr/>
            <p:nvPr/>
          </p:nvSpPr>
          <p:spPr>
            <a:xfrm>
              <a:off x="164291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25"/>
            <p:cNvSpPr/>
            <p:nvPr/>
          </p:nvSpPr>
          <p:spPr>
            <a:xfrm>
              <a:off x="1513494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25"/>
            <p:cNvSpPr/>
            <p:nvPr/>
          </p:nvSpPr>
          <p:spPr>
            <a:xfrm>
              <a:off x="1347094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25"/>
            <p:cNvSpPr/>
            <p:nvPr/>
          </p:nvSpPr>
          <p:spPr>
            <a:xfrm>
              <a:off x="1199178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25"/>
            <p:cNvSpPr/>
            <p:nvPr/>
          </p:nvSpPr>
          <p:spPr>
            <a:xfrm>
              <a:off x="1069761" y="887468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25"/>
            <p:cNvSpPr/>
            <p:nvPr/>
          </p:nvSpPr>
          <p:spPr>
            <a:xfrm>
              <a:off x="903361" y="887468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3" y="833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25"/>
            <p:cNvSpPr/>
            <p:nvPr/>
          </p:nvSpPr>
          <p:spPr>
            <a:xfrm>
              <a:off x="755430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25"/>
            <p:cNvSpPr/>
            <p:nvPr/>
          </p:nvSpPr>
          <p:spPr>
            <a:xfrm>
              <a:off x="2400974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25"/>
            <p:cNvSpPr/>
            <p:nvPr/>
          </p:nvSpPr>
          <p:spPr>
            <a:xfrm>
              <a:off x="2253074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25"/>
            <p:cNvSpPr/>
            <p:nvPr/>
          </p:nvSpPr>
          <p:spPr>
            <a:xfrm>
              <a:off x="208667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25"/>
            <p:cNvSpPr/>
            <p:nvPr/>
          </p:nvSpPr>
          <p:spPr>
            <a:xfrm>
              <a:off x="195724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8334" y="952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25"/>
            <p:cNvSpPr/>
            <p:nvPr/>
          </p:nvSpPr>
          <p:spPr>
            <a:xfrm>
              <a:off x="1790857" y="739552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25"/>
            <p:cNvSpPr/>
            <p:nvPr/>
          </p:nvSpPr>
          <p:spPr>
            <a:xfrm>
              <a:off x="164291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25"/>
            <p:cNvSpPr/>
            <p:nvPr/>
          </p:nvSpPr>
          <p:spPr>
            <a:xfrm>
              <a:off x="1513494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25"/>
            <p:cNvSpPr/>
            <p:nvPr/>
          </p:nvSpPr>
          <p:spPr>
            <a:xfrm>
              <a:off x="1347094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25"/>
            <p:cNvSpPr/>
            <p:nvPr/>
          </p:nvSpPr>
          <p:spPr>
            <a:xfrm>
              <a:off x="1199178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25"/>
            <p:cNvSpPr/>
            <p:nvPr/>
          </p:nvSpPr>
          <p:spPr>
            <a:xfrm>
              <a:off x="1069761" y="739552"/>
              <a:ext cx="129432" cy="147932"/>
            </a:xfrm>
            <a:custGeom>
              <a:avLst/>
              <a:gdLst/>
              <a:ahLst/>
              <a:cxnLst/>
              <a:rect l="l" t="t" r="r" b="b"/>
              <a:pathLst>
                <a:path w="833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25"/>
            <p:cNvSpPr/>
            <p:nvPr/>
          </p:nvSpPr>
          <p:spPr>
            <a:xfrm>
              <a:off x="903361" y="739552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3" y="952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7" name="Google Shape;5287;p25"/>
            <p:cNvSpPr/>
            <p:nvPr/>
          </p:nvSpPr>
          <p:spPr>
            <a:xfrm>
              <a:off x="2400974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8" name="Google Shape;5288;p25"/>
            <p:cNvSpPr/>
            <p:nvPr/>
          </p:nvSpPr>
          <p:spPr>
            <a:xfrm>
              <a:off x="2253074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9" name="Google Shape;5289;p25"/>
            <p:cNvSpPr/>
            <p:nvPr/>
          </p:nvSpPr>
          <p:spPr>
            <a:xfrm>
              <a:off x="2086674" y="573137"/>
              <a:ext cx="166415" cy="166431"/>
            </a:xfrm>
            <a:custGeom>
              <a:avLst/>
              <a:gdLst/>
              <a:ahLst/>
              <a:cxnLst/>
              <a:rect l="l" t="t" r="r" b="b"/>
              <a:pathLst>
                <a:path w="1071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0" name="Google Shape;5290;p25"/>
            <p:cNvSpPr/>
            <p:nvPr/>
          </p:nvSpPr>
          <p:spPr>
            <a:xfrm>
              <a:off x="195724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8334" y="10715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1" name="Google Shape;5291;p25"/>
            <p:cNvSpPr/>
            <p:nvPr/>
          </p:nvSpPr>
          <p:spPr>
            <a:xfrm>
              <a:off x="1790857" y="573137"/>
              <a:ext cx="166400" cy="166431"/>
            </a:xfrm>
            <a:custGeom>
              <a:avLst/>
              <a:gdLst/>
              <a:ahLst/>
              <a:cxnLst/>
              <a:rect l="l" t="t" r="r" b="b"/>
              <a:pathLst>
                <a:path w="1071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3" y="10715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2" name="Google Shape;5292;p25"/>
            <p:cNvSpPr/>
            <p:nvPr/>
          </p:nvSpPr>
          <p:spPr>
            <a:xfrm>
              <a:off x="164291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3" name="Google Shape;5293;p25"/>
            <p:cNvSpPr/>
            <p:nvPr/>
          </p:nvSpPr>
          <p:spPr>
            <a:xfrm>
              <a:off x="1513494" y="573137"/>
              <a:ext cx="129432" cy="166431"/>
            </a:xfrm>
            <a:custGeom>
              <a:avLst/>
              <a:gdLst/>
              <a:ahLst/>
              <a:cxnLst/>
              <a:rect l="l" t="t" r="r" b="b"/>
              <a:pathLst>
                <a:path w="833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4" name="Google Shape;5294;p25"/>
            <p:cNvSpPr/>
            <p:nvPr/>
          </p:nvSpPr>
          <p:spPr>
            <a:xfrm>
              <a:off x="2400974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5" name="Google Shape;5295;p25"/>
            <p:cNvSpPr/>
            <p:nvPr/>
          </p:nvSpPr>
          <p:spPr>
            <a:xfrm>
              <a:off x="2253074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6" name="Google Shape;5296;p25"/>
            <p:cNvSpPr/>
            <p:nvPr/>
          </p:nvSpPr>
          <p:spPr>
            <a:xfrm>
              <a:off x="2086674" y="443705"/>
              <a:ext cx="166415" cy="129448"/>
            </a:xfrm>
            <a:custGeom>
              <a:avLst/>
              <a:gdLst/>
              <a:ahLst/>
              <a:cxnLst/>
              <a:rect l="l" t="t" r="r" b="b"/>
              <a:pathLst>
                <a:path w="1071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7" name="Google Shape;5297;p25"/>
            <p:cNvSpPr/>
            <p:nvPr/>
          </p:nvSpPr>
          <p:spPr>
            <a:xfrm>
              <a:off x="195724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8334" y="8334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8" name="Google Shape;5298;p25"/>
            <p:cNvSpPr/>
            <p:nvPr/>
          </p:nvSpPr>
          <p:spPr>
            <a:xfrm>
              <a:off x="1790857" y="443705"/>
              <a:ext cx="166400" cy="129448"/>
            </a:xfrm>
            <a:custGeom>
              <a:avLst/>
              <a:gdLst/>
              <a:ahLst/>
              <a:cxnLst/>
              <a:rect l="l" t="t" r="r" b="b"/>
              <a:pathLst>
                <a:path w="1071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3" y="8334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9" name="Google Shape;5299;p25"/>
            <p:cNvSpPr/>
            <p:nvPr/>
          </p:nvSpPr>
          <p:spPr>
            <a:xfrm>
              <a:off x="164291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0" name="Google Shape;5300;p25"/>
            <p:cNvSpPr/>
            <p:nvPr/>
          </p:nvSpPr>
          <p:spPr>
            <a:xfrm>
              <a:off x="1513494" y="443705"/>
              <a:ext cx="129432" cy="129448"/>
            </a:xfrm>
            <a:custGeom>
              <a:avLst/>
              <a:gdLst/>
              <a:ahLst/>
              <a:cxnLst/>
              <a:rect l="l" t="t" r="r" b="b"/>
              <a:pathLst>
                <a:path w="833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1" name="Google Shape;5301;p25"/>
            <p:cNvSpPr/>
            <p:nvPr/>
          </p:nvSpPr>
          <p:spPr>
            <a:xfrm>
              <a:off x="2400974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2" name="Google Shape;5302;p25"/>
            <p:cNvSpPr/>
            <p:nvPr/>
          </p:nvSpPr>
          <p:spPr>
            <a:xfrm>
              <a:off x="2253074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3" name="Google Shape;5303;p25"/>
            <p:cNvSpPr/>
            <p:nvPr/>
          </p:nvSpPr>
          <p:spPr>
            <a:xfrm>
              <a:off x="2086674" y="277320"/>
              <a:ext cx="166415" cy="166400"/>
            </a:xfrm>
            <a:custGeom>
              <a:avLst/>
              <a:gdLst/>
              <a:ahLst/>
              <a:cxnLst/>
              <a:rect l="l" t="t" r="r" b="b"/>
              <a:pathLst>
                <a:path w="1071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4" name="Google Shape;5304;p25"/>
            <p:cNvSpPr/>
            <p:nvPr/>
          </p:nvSpPr>
          <p:spPr>
            <a:xfrm>
              <a:off x="195724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8334" y="1071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5" name="Google Shape;5305;p25"/>
            <p:cNvSpPr/>
            <p:nvPr/>
          </p:nvSpPr>
          <p:spPr>
            <a:xfrm>
              <a:off x="1790857" y="277320"/>
              <a:ext cx="166400" cy="166400"/>
            </a:xfrm>
            <a:custGeom>
              <a:avLst/>
              <a:gdLst/>
              <a:ahLst/>
              <a:cxnLst/>
              <a:rect l="l" t="t" r="r" b="b"/>
              <a:pathLst>
                <a:path w="1071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3" y="1071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6" name="Google Shape;5306;p25"/>
            <p:cNvSpPr/>
            <p:nvPr/>
          </p:nvSpPr>
          <p:spPr>
            <a:xfrm>
              <a:off x="164291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7" name="Google Shape;5307;p25"/>
            <p:cNvSpPr/>
            <p:nvPr/>
          </p:nvSpPr>
          <p:spPr>
            <a:xfrm>
              <a:off x="2400974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8" name="Google Shape;5308;p25"/>
            <p:cNvSpPr/>
            <p:nvPr/>
          </p:nvSpPr>
          <p:spPr>
            <a:xfrm>
              <a:off x="2253074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9" name="Google Shape;5309;p25"/>
            <p:cNvSpPr/>
            <p:nvPr/>
          </p:nvSpPr>
          <p:spPr>
            <a:xfrm>
              <a:off x="2086674" y="129404"/>
              <a:ext cx="166415" cy="147932"/>
            </a:xfrm>
            <a:custGeom>
              <a:avLst/>
              <a:gdLst/>
              <a:ahLst/>
              <a:cxnLst/>
              <a:rect l="l" t="t" r="r" b="b"/>
              <a:pathLst>
                <a:path w="1071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0" name="Google Shape;5310;p25"/>
            <p:cNvSpPr/>
            <p:nvPr/>
          </p:nvSpPr>
          <p:spPr>
            <a:xfrm>
              <a:off x="195724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8334" y="9523"/>
                  </a:lnTo>
                  <a:lnTo>
                    <a:pt x="833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1" name="Google Shape;5311;p25"/>
            <p:cNvSpPr/>
            <p:nvPr/>
          </p:nvSpPr>
          <p:spPr>
            <a:xfrm>
              <a:off x="1790857" y="129404"/>
              <a:ext cx="166400" cy="147932"/>
            </a:xfrm>
            <a:custGeom>
              <a:avLst/>
              <a:gdLst/>
              <a:ahLst/>
              <a:cxnLst/>
              <a:rect l="l" t="t" r="r" b="b"/>
              <a:pathLst>
                <a:path w="1071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3" y="9523"/>
                  </a:lnTo>
                  <a:lnTo>
                    <a:pt x="107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2" name="Google Shape;5312;p25"/>
            <p:cNvSpPr/>
            <p:nvPr/>
          </p:nvSpPr>
          <p:spPr>
            <a:xfrm>
              <a:off x="2400974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3" name="Google Shape;5313;p25"/>
            <p:cNvSpPr/>
            <p:nvPr/>
          </p:nvSpPr>
          <p:spPr>
            <a:xfrm>
              <a:off x="2253074" y="-12"/>
              <a:ext cx="147916" cy="129432"/>
            </a:xfrm>
            <a:custGeom>
              <a:avLst/>
              <a:gdLst/>
              <a:ahLst/>
              <a:cxnLst/>
              <a:rect l="l" t="t" r="r" b="b"/>
              <a:pathLst>
                <a:path w="9523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4" name="Google Shape;5314;p25"/>
            <p:cNvSpPr/>
            <p:nvPr/>
          </p:nvSpPr>
          <p:spPr>
            <a:xfrm>
              <a:off x="2086674" y="-12"/>
              <a:ext cx="166415" cy="129432"/>
            </a:xfrm>
            <a:custGeom>
              <a:avLst/>
              <a:gdLst/>
              <a:ahLst/>
              <a:cxnLst/>
              <a:rect l="l" t="t" r="r" b="b"/>
              <a:pathLst>
                <a:path w="1071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10713" y="8333"/>
                  </a:lnTo>
                  <a:lnTo>
                    <a:pt x="1071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5" name="Google Shape;5315;p25"/>
            <p:cNvSpPr/>
            <p:nvPr/>
          </p:nvSpPr>
          <p:spPr>
            <a:xfrm>
              <a:off x="195724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8334" y="8333"/>
                  </a:lnTo>
                  <a:lnTo>
                    <a:pt x="833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6" name="Google Shape;5316;p25"/>
            <p:cNvSpPr/>
            <p:nvPr/>
          </p:nvSpPr>
          <p:spPr>
            <a:xfrm>
              <a:off x="253040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7" name="Google Shape;5317;p25"/>
            <p:cNvSpPr/>
            <p:nvPr/>
          </p:nvSpPr>
          <p:spPr>
            <a:xfrm>
              <a:off x="2678322" y="2070781"/>
              <a:ext cx="129448" cy="147916"/>
            </a:xfrm>
            <a:custGeom>
              <a:avLst/>
              <a:gdLst/>
              <a:ahLst/>
              <a:cxnLst/>
              <a:rect l="l" t="t" r="r" b="b"/>
              <a:pathLst>
                <a:path w="833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8" name="Google Shape;5318;p25"/>
            <p:cNvSpPr/>
            <p:nvPr/>
          </p:nvSpPr>
          <p:spPr>
            <a:xfrm>
              <a:off x="2807755" y="2070781"/>
              <a:ext cx="166431" cy="147916"/>
            </a:xfrm>
            <a:custGeom>
              <a:avLst/>
              <a:gdLst/>
              <a:ahLst/>
              <a:cxnLst/>
              <a:rect l="l" t="t" r="r" b="b"/>
              <a:pathLst>
                <a:path w="10715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9" name="Google Shape;5319;p25"/>
            <p:cNvSpPr/>
            <p:nvPr/>
          </p:nvSpPr>
          <p:spPr>
            <a:xfrm>
              <a:off x="2974170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0" name="Google Shape;5320;p25"/>
            <p:cNvSpPr/>
            <p:nvPr/>
          </p:nvSpPr>
          <p:spPr>
            <a:xfrm>
              <a:off x="312208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1" name="Google Shape;5321;p25"/>
            <p:cNvSpPr/>
            <p:nvPr/>
          </p:nvSpPr>
          <p:spPr>
            <a:xfrm>
              <a:off x="326998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2" name="Google Shape;5322;p25"/>
            <p:cNvSpPr/>
            <p:nvPr/>
          </p:nvSpPr>
          <p:spPr>
            <a:xfrm>
              <a:off x="341790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3" name="Google Shape;5323;p25"/>
            <p:cNvSpPr/>
            <p:nvPr/>
          </p:nvSpPr>
          <p:spPr>
            <a:xfrm>
              <a:off x="3565818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4" name="Google Shape;5324;p25"/>
            <p:cNvSpPr/>
            <p:nvPr/>
          </p:nvSpPr>
          <p:spPr>
            <a:xfrm>
              <a:off x="3713719" y="2070781"/>
              <a:ext cx="147963" cy="147916"/>
            </a:xfrm>
            <a:custGeom>
              <a:avLst/>
              <a:gdLst/>
              <a:ahLst/>
              <a:cxnLst/>
              <a:rect l="l" t="t" r="r" b="b"/>
              <a:pathLst>
                <a:path w="9526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5" name="Google Shape;5325;p25"/>
            <p:cNvSpPr/>
            <p:nvPr/>
          </p:nvSpPr>
          <p:spPr>
            <a:xfrm>
              <a:off x="3861666" y="2070781"/>
              <a:ext cx="147916" cy="147916"/>
            </a:xfrm>
            <a:custGeom>
              <a:avLst/>
              <a:gdLst/>
              <a:ahLst/>
              <a:cxnLst/>
              <a:rect l="l" t="t" r="r" b="b"/>
              <a:pathLst>
                <a:path w="9523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6" name="Google Shape;5326;p25"/>
            <p:cNvSpPr/>
            <p:nvPr/>
          </p:nvSpPr>
          <p:spPr>
            <a:xfrm>
              <a:off x="4009566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7" name="Google Shape;5327;p25"/>
            <p:cNvSpPr/>
            <p:nvPr/>
          </p:nvSpPr>
          <p:spPr>
            <a:xfrm>
              <a:off x="4157482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1" y="0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8" name="Google Shape;5328;p25"/>
            <p:cNvSpPr/>
            <p:nvPr/>
          </p:nvSpPr>
          <p:spPr>
            <a:xfrm>
              <a:off x="4305398" y="2070781"/>
              <a:ext cx="147932" cy="147916"/>
            </a:xfrm>
            <a:custGeom>
              <a:avLst/>
              <a:gdLst/>
              <a:ahLst/>
              <a:cxnLst/>
              <a:rect l="l" t="t" r="r" b="b"/>
              <a:pathLst>
                <a:path w="9524" h="9523" extrusionOk="0">
                  <a:moveTo>
                    <a:pt x="0" y="0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9" name="Google Shape;5329;p25"/>
            <p:cNvSpPr/>
            <p:nvPr/>
          </p:nvSpPr>
          <p:spPr>
            <a:xfrm>
              <a:off x="253040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0" name="Google Shape;5330;p25"/>
            <p:cNvSpPr/>
            <p:nvPr/>
          </p:nvSpPr>
          <p:spPr>
            <a:xfrm>
              <a:off x="2678322" y="192286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1" name="Google Shape;5331;p25"/>
            <p:cNvSpPr/>
            <p:nvPr/>
          </p:nvSpPr>
          <p:spPr>
            <a:xfrm>
              <a:off x="2807755" y="192286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2" name="Google Shape;5332;p25"/>
            <p:cNvSpPr/>
            <p:nvPr/>
          </p:nvSpPr>
          <p:spPr>
            <a:xfrm>
              <a:off x="2974170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3" name="Google Shape;5333;p25"/>
            <p:cNvSpPr/>
            <p:nvPr/>
          </p:nvSpPr>
          <p:spPr>
            <a:xfrm>
              <a:off x="312208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4" name="Google Shape;5334;p25"/>
            <p:cNvSpPr/>
            <p:nvPr/>
          </p:nvSpPr>
          <p:spPr>
            <a:xfrm>
              <a:off x="326998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5" name="Google Shape;5335;p25"/>
            <p:cNvSpPr/>
            <p:nvPr/>
          </p:nvSpPr>
          <p:spPr>
            <a:xfrm>
              <a:off x="341790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6" name="Google Shape;5336;p25"/>
            <p:cNvSpPr/>
            <p:nvPr/>
          </p:nvSpPr>
          <p:spPr>
            <a:xfrm>
              <a:off x="3565818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7" name="Google Shape;5337;p25"/>
            <p:cNvSpPr/>
            <p:nvPr/>
          </p:nvSpPr>
          <p:spPr>
            <a:xfrm>
              <a:off x="3713719" y="192286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8" name="Google Shape;5338;p25"/>
            <p:cNvSpPr/>
            <p:nvPr/>
          </p:nvSpPr>
          <p:spPr>
            <a:xfrm>
              <a:off x="3861666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25"/>
            <p:cNvSpPr/>
            <p:nvPr/>
          </p:nvSpPr>
          <p:spPr>
            <a:xfrm>
              <a:off x="4009566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25"/>
            <p:cNvSpPr/>
            <p:nvPr/>
          </p:nvSpPr>
          <p:spPr>
            <a:xfrm>
              <a:off x="4157482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25"/>
            <p:cNvSpPr/>
            <p:nvPr/>
          </p:nvSpPr>
          <p:spPr>
            <a:xfrm>
              <a:off x="4305398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25"/>
            <p:cNvSpPr/>
            <p:nvPr/>
          </p:nvSpPr>
          <p:spPr>
            <a:xfrm>
              <a:off x="4453314" y="192286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25"/>
            <p:cNvSpPr/>
            <p:nvPr/>
          </p:nvSpPr>
          <p:spPr>
            <a:xfrm>
              <a:off x="4601215" y="192286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25"/>
            <p:cNvSpPr/>
            <p:nvPr/>
          </p:nvSpPr>
          <p:spPr>
            <a:xfrm>
              <a:off x="253040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25"/>
            <p:cNvSpPr/>
            <p:nvPr/>
          </p:nvSpPr>
          <p:spPr>
            <a:xfrm>
              <a:off x="2678322" y="175648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25"/>
            <p:cNvSpPr/>
            <p:nvPr/>
          </p:nvSpPr>
          <p:spPr>
            <a:xfrm>
              <a:off x="2807755" y="175648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25"/>
            <p:cNvSpPr/>
            <p:nvPr/>
          </p:nvSpPr>
          <p:spPr>
            <a:xfrm>
              <a:off x="2974170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25"/>
            <p:cNvSpPr/>
            <p:nvPr/>
          </p:nvSpPr>
          <p:spPr>
            <a:xfrm>
              <a:off x="312208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25"/>
            <p:cNvSpPr/>
            <p:nvPr/>
          </p:nvSpPr>
          <p:spPr>
            <a:xfrm>
              <a:off x="326998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25"/>
            <p:cNvSpPr/>
            <p:nvPr/>
          </p:nvSpPr>
          <p:spPr>
            <a:xfrm>
              <a:off x="341790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25"/>
            <p:cNvSpPr/>
            <p:nvPr/>
          </p:nvSpPr>
          <p:spPr>
            <a:xfrm>
              <a:off x="3565818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25"/>
            <p:cNvSpPr/>
            <p:nvPr/>
          </p:nvSpPr>
          <p:spPr>
            <a:xfrm>
              <a:off x="3713719" y="175648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25"/>
            <p:cNvSpPr/>
            <p:nvPr/>
          </p:nvSpPr>
          <p:spPr>
            <a:xfrm>
              <a:off x="3861666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25"/>
            <p:cNvSpPr/>
            <p:nvPr/>
          </p:nvSpPr>
          <p:spPr>
            <a:xfrm>
              <a:off x="4009566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25"/>
            <p:cNvSpPr/>
            <p:nvPr/>
          </p:nvSpPr>
          <p:spPr>
            <a:xfrm>
              <a:off x="4157482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25"/>
            <p:cNvSpPr/>
            <p:nvPr/>
          </p:nvSpPr>
          <p:spPr>
            <a:xfrm>
              <a:off x="4305398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25"/>
            <p:cNvSpPr/>
            <p:nvPr/>
          </p:nvSpPr>
          <p:spPr>
            <a:xfrm>
              <a:off x="4453314" y="175648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25"/>
            <p:cNvSpPr/>
            <p:nvPr/>
          </p:nvSpPr>
          <p:spPr>
            <a:xfrm>
              <a:off x="4601215" y="175648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25"/>
            <p:cNvSpPr/>
            <p:nvPr/>
          </p:nvSpPr>
          <p:spPr>
            <a:xfrm>
              <a:off x="253040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25"/>
            <p:cNvSpPr/>
            <p:nvPr/>
          </p:nvSpPr>
          <p:spPr>
            <a:xfrm>
              <a:off x="2678322" y="162704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25"/>
            <p:cNvSpPr/>
            <p:nvPr/>
          </p:nvSpPr>
          <p:spPr>
            <a:xfrm>
              <a:off x="2807755" y="162704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25"/>
            <p:cNvSpPr/>
            <p:nvPr/>
          </p:nvSpPr>
          <p:spPr>
            <a:xfrm>
              <a:off x="2974170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25"/>
            <p:cNvSpPr/>
            <p:nvPr/>
          </p:nvSpPr>
          <p:spPr>
            <a:xfrm>
              <a:off x="312208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25"/>
            <p:cNvSpPr/>
            <p:nvPr/>
          </p:nvSpPr>
          <p:spPr>
            <a:xfrm>
              <a:off x="326998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25"/>
            <p:cNvSpPr/>
            <p:nvPr/>
          </p:nvSpPr>
          <p:spPr>
            <a:xfrm>
              <a:off x="341790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25"/>
            <p:cNvSpPr/>
            <p:nvPr/>
          </p:nvSpPr>
          <p:spPr>
            <a:xfrm>
              <a:off x="3565818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25"/>
            <p:cNvSpPr/>
            <p:nvPr/>
          </p:nvSpPr>
          <p:spPr>
            <a:xfrm>
              <a:off x="3713719" y="162704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25"/>
            <p:cNvSpPr/>
            <p:nvPr/>
          </p:nvSpPr>
          <p:spPr>
            <a:xfrm>
              <a:off x="3861666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25"/>
            <p:cNvSpPr/>
            <p:nvPr/>
          </p:nvSpPr>
          <p:spPr>
            <a:xfrm>
              <a:off x="4009566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25"/>
            <p:cNvSpPr/>
            <p:nvPr/>
          </p:nvSpPr>
          <p:spPr>
            <a:xfrm>
              <a:off x="4157482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25"/>
            <p:cNvSpPr/>
            <p:nvPr/>
          </p:nvSpPr>
          <p:spPr>
            <a:xfrm>
              <a:off x="4305398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25"/>
            <p:cNvSpPr/>
            <p:nvPr/>
          </p:nvSpPr>
          <p:spPr>
            <a:xfrm>
              <a:off x="4453314" y="162704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25"/>
            <p:cNvSpPr/>
            <p:nvPr/>
          </p:nvSpPr>
          <p:spPr>
            <a:xfrm>
              <a:off x="4601215" y="162704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25"/>
            <p:cNvSpPr/>
            <p:nvPr/>
          </p:nvSpPr>
          <p:spPr>
            <a:xfrm>
              <a:off x="253040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25"/>
            <p:cNvSpPr/>
            <p:nvPr/>
          </p:nvSpPr>
          <p:spPr>
            <a:xfrm>
              <a:off x="2678322" y="1460633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25"/>
            <p:cNvSpPr/>
            <p:nvPr/>
          </p:nvSpPr>
          <p:spPr>
            <a:xfrm>
              <a:off x="2807755" y="1460633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25"/>
            <p:cNvSpPr/>
            <p:nvPr/>
          </p:nvSpPr>
          <p:spPr>
            <a:xfrm>
              <a:off x="2974170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25"/>
            <p:cNvSpPr/>
            <p:nvPr/>
          </p:nvSpPr>
          <p:spPr>
            <a:xfrm>
              <a:off x="312208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25"/>
            <p:cNvSpPr/>
            <p:nvPr/>
          </p:nvSpPr>
          <p:spPr>
            <a:xfrm>
              <a:off x="326998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25"/>
            <p:cNvSpPr/>
            <p:nvPr/>
          </p:nvSpPr>
          <p:spPr>
            <a:xfrm>
              <a:off x="341790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25"/>
            <p:cNvSpPr/>
            <p:nvPr/>
          </p:nvSpPr>
          <p:spPr>
            <a:xfrm>
              <a:off x="3565818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25"/>
            <p:cNvSpPr/>
            <p:nvPr/>
          </p:nvSpPr>
          <p:spPr>
            <a:xfrm>
              <a:off x="3713719" y="1460633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25"/>
            <p:cNvSpPr/>
            <p:nvPr/>
          </p:nvSpPr>
          <p:spPr>
            <a:xfrm>
              <a:off x="3861666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25"/>
            <p:cNvSpPr/>
            <p:nvPr/>
          </p:nvSpPr>
          <p:spPr>
            <a:xfrm>
              <a:off x="4009566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25"/>
            <p:cNvSpPr/>
            <p:nvPr/>
          </p:nvSpPr>
          <p:spPr>
            <a:xfrm>
              <a:off x="4157482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25"/>
            <p:cNvSpPr/>
            <p:nvPr/>
          </p:nvSpPr>
          <p:spPr>
            <a:xfrm>
              <a:off x="4305398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25"/>
            <p:cNvSpPr/>
            <p:nvPr/>
          </p:nvSpPr>
          <p:spPr>
            <a:xfrm>
              <a:off x="4453314" y="1460633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25"/>
            <p:cNvSpPr/>
            <p:nvPr/>
          </p:nvSpPr>
          <p:spPr>
            <a:xfrm>
              <a:off x="4601215" y="1460633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25"/>
            <p:cNvSpPr/>
            <p:nvPr/>
          </p:nvSpPr>
          <p:spPr>
            <a:xfrm>
              <a:off x="253040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25"/>
            <p:cNvSpPr/>
            <p:nvPr/>
          </p:nvSpPr>
          <p:spPr>
            <a:xfrm>
              <a:off x="2678322" y="1331201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25"/>
            <p:cNvSpPr/>
            <p:nvPr/>
          </p:nvSpPr>
          <p:spPr>
            <a:xfrm>
              <a:off x="2807755" y="1331201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25"/>
            <p:cNvSpPr/>
            <p:nvPr/>
          </p:nvSpPr>
          <p:spPr>
            <a:xfrm>
              <a:off x="2974170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25"/>
            <p:cNvSpPr/>
            <p:nvPr/>
          </p:nvSpPr>
          <p:spPr>
            <a:xfrm>
              <a:off x="312208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25"/>
            <p:cNvSpPr/>
            <p:nvPr/>
          </p:nvSpPr>
          <p:spPr>
            <a:xfrm>
              <a:off x="326998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25"/>
            <p:cNvSpPr/>
            <p:nvPr/>
          </p:nvSpPr>
          <p:spPr>
            <a:xfrm>
              <a:off x="341790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25"/>
            <p:cNvSpPr/>
            <p:nvPr/>
          </p:nvSpPr>
          <p:spPr>
            <a:xfrm>
              <a:off x="3565818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25"/>
            <p:cNvSpPr/>
            <p:nvPr/>
          </p:nvSpPr>
          <p:spPr>
            <a:xfrm>
              <a:off x="3713719" y="1331201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25"/>
            <p:cNvSpPr/>
            <p:nvPr/>
          </p:nvSpPr>
          <p:spPr>
            <a:xfrm>
              <a:off x="3861666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25"/>
            <p:cNvSpPr/>
            <p:nvPr/>
          </p:nvSpPr>
          <p:spPr>
            <a:xfrm>
              <a:off x="4009566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25"/>
            <p:cNvSpPr/>
            <p:nvPr/>
          </p:nvSpPr>
          <p:spPr>
            <a:xfrm>
              <a:off x="4157482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25"/>
            <p:cNvSpPr/>
            <p:nvPr/>
          </p:nvSpPr>
          <p:spPr>
            <a:xfrm>
              <a:off x="4305398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25"/>
            <p:cNvSpPr/>
            <p:nvPr/>
          </p:nvSpPr>
          <p:spPr>
            <a:xfrm>
              <a:off x="4453314" y="1331201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25"/>
            <p:cNvSpPr/>
            <p:nvPr/>
          </p:nvSpPr>
          <p:spPr>
            <a:xfrm>
              <a:off x="4601215" y="1331201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25"/>
            <p:cNvSpPr/>
            <p:nvPr/>
          </p:nvSpPr>
          <p:spPr>
            <a:xfrm>
              <a:off x="253040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25"/>
            <p:cNvSpPr/>
            <p:nvPr/>
          </p:nvSpPr>
          <p:spPr>
            <a:xfrm>
              <a:off x="2678322" y="1183285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25"/>
            <p:cNvSpPr/>
            <p:nvPr/>
          </p:nvSpPr>
          <p:spPr>
            <a:xfrm>
              <a:off x="2807755" y="1183285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25"/>
            <p:cNvSpPr/>
            <p:nvPr/>
          </p:nvSpPr>
          <p:spPr>
            <a:xfrm>
              <a:off x="2974170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25"/>
            <p:cNvSpPr/>
            <p:nvPr/>
          </p:nvSpPr>
          <p:spPr>
            <a:xfrm>
              <a:off x="312208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25"/>
            <p:cNvSpPr/>
            <p:nvPr/>
          </p:nvSpPr>
          <p:spPr>
            <a:xfrm>
              <a:off x="326998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25"/>
            <p:cNvSpPr/>
            <p:nvPr/>
          </p:nvSpPr>
          <p:spPr>
            <a:xfrm>
              <a:off x="341790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25"/>
            <p:cNvSpPr/>
            <p:nvPr/>
          </p:nvSpPr>
          <p:spPr>
            <a:xfrm>
              <a:off x="3565818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25"/>
            <p:cNvSpPr/>
            <p:nvPr/>
          </p:nvSpPr>
          <p:spPr>
            <a:xfrm>
              <a:off x="3713719" y="1183285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5" y="952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25"/>
            <p:cNvSpPr/>
            <p:nvPr/>
          </p:nvSpPr>
          <p:spPr>
            <a:xfrm>
              <a:off x="3861666" y="1183285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25"/>
            <p:cNvSpPr/>
            <p:nvPr/>
          </p:nvSpPr>
          <p:spPr>
            <a:xfrm>
              <a:off x="4009566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4" y="952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25"/>
            <p:cNvSpPr/>
            <p:nvPr/>
          </p:nvSpPr>
          <p:spPr>
            <a:xfrm>
              <a:off x="4157482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25"/>
            <p:cNvSpPr/>
            <p:nvPr/>
          </p:nvSpPr>
          <p:spPr>
            <a:xfrm>
              <a:off x="4305398" y="1183285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25"/>
            <p:cNvSpPr/>
            <p:nvPr/>
          </p:nvSpPr>
          <p:spPr>
            <a:xfrm>
              <a:off x="253040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25"/>
            <p:cNvSpPr/>
            <p:nvPr/>
          </p:nvSpPr>
          <p:spPr>
            <a:xfrm>
              <a:off x="2678322" y="101690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25"/>
            <p:cNvSpPr/>
            <p:nvPr/>
          </p:nvSpPr>
          <p:spPr>
            <a:xfrm>
              <a:off x="2807755" y="101690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25"/>
            <p:cNvSpPr/>
            <p:nvPr/>
          </p:nvSpPr>
          <p:spPr>
            <a:xfrm>
              <a:off x="2974170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25"/>
            <p:cNvSpPr/>
            <p:nvPr/>
          </p:nvSpPr>
          <p:spPr>
            <a:xfrm>
              <a:off x="312208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25"/>
            <p:cNvSpPr/>
            <p:nvPr/>
          </p:nvSpPr>
          <p:spPr>
            <a:xfrm>
              <a:off x="326998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25"/>
            <p:cNvSpPr/>
            <p:nvPr/>
          </p:nvSpPr>
          <p:spPr>
            <a:xfrm>
              <a:off x="341790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25"/>
            <p:cNvSpPr/>
            <p:nvPr/>
          </p:nvSpPr>
          <p:spPr>
            <a:xfrm>
              <a:off x="3565818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25"/>
            <p:cNvSpPr/>
            <p:nvPr/>
          </p:nvSpPr>
          <p:spPr>
            <a:xfrm>
              <a:off x="3713719" y="1016900"/>
              <a:ext cx="147963" cy="166400"/>
            </a:xfrm>
            <a:custGeom>
              <a:avLst/>
              <a:gdLst/>
              <a:ahLst/>
              <a:cxnLst/>
              <a:rect l="l" t="t" r="r" b="b"/>
              <a:pathLst>
                <a:path w="9526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5" y="10713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25"/>
            <p:cNvSpPr/>
            <p:nvPr/>
          </p:nvSpPr>
          <p:spPr>
            <a:xfrm>
              <a:off x="3861666" y="101690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25"/>
            <p:cNvSpPr/>
            <p:nvPr/>
          </p:nvSpPr>
          <p:spPr>
            <a:xfrm>
              <a:off x="4009566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25"/>
            <p:cNvSpPr/>
            <p:nvPr/>
          </p:nvSpPr>
          <p:spPr>
            <a:xfrm>
              <a:off x="4157482" y="101690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25"/>
            <p:cNvSpPr/>
            <p:nvPr/>
          </p:nvSpPr>
          <p:spPr>
            <a:xfrm>
              <a:off x="253040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25"/>
            <p:cNvSpPr/>
            <p:nvPr/>
          </p:nvSpPr>
          <p:spPr>
            <a:xfrm>
              <a:off x="2678322" y="887468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25"/>
            <p:cNvSpPr/>
            <p:nvPr/>
          </p:nvSpPr>
          <p:spPr>
            <a:xfrm>
              <a:off x="2807755" y="887468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25"/>
            <p:cNvSpPr/>
            <p:nvPr/>
          </p:nvSpPr>
          <p:spPr>
            <a:xfrm>
              <a:off x="2974170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25"/>
            <p:cNvSpPr/>
            <p:nvPr/>
          </p:nvSpPr>
          <p:spPr>
            <a:xfrm>
              <a:off x="312208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25"/>
            <p:cNvSpPr/>
            <p:nvPr/>
          </p:nvSpPr>
          <p:spPr>
            <a:xfrm>
              <a:off x="326998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25"/>
            <p:cNvSpPr/>
            <p:nvPr/>
          </p:nvSpPr>
          <p:spPr>
            <a:xfrm>
              <a:off x="341790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25"/>
            <p:cNvSpPr/>
            <p:nvPr/>
          </p:nvSpPr>
          <p:spPr>
            <a:xfrm>
              <a:off x="3565818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25"/>
            <p:cNvSpPr/>
            <p:nvPr/>
          </p:nvSpPr>
          <p:spPr>
            <a:xfrm>
              <a:off x="3713719" y="887468"/>
              <a:ext cx="147963" cy="129448"/>
            </a:xfrm>
            <a:custGeom>
              <a:avLst/>
              <a:gdLst/>
              <a:ahLst/>
              <a:cxnLst/>
              <a:rect l="l" t="t" r="r" b="b"/>
              <a:pathLst>
                <a:path w="9526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5" y="8333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25"/>
            <p:cNvSpPr/>
            <p:nvPr/>
          </p:nvSpPr>
          <p:spPr>
            <a:xfrm>
              <a:off x="3861666" y="887468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25"/>
            <p:cNvSpPr/>
            <p:nvPr/>
          </p:nvSpPr>
          <p:spPr>
            <a:xfrm>
              <a:off x="4009566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4" y="8333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25"/>
            <p:cNvSpPr/>
            <p:nvPr/>
          </p:nvSpPr>
          <p:spPr>
            <a:xfrm>
              <a:off x="4157482" y="887468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25"/>
            <p:cNvSpPr/>
            <p:nvPr/>
          </p:nvSpPr>
          <p:spPr>
            <a:xfrm>
              <a:off x="253040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25"/>
            <p:cNvSpPr/>
            <p:nvPr/>
          </p:nvSpPr>
          <p:spPr>
            <a:xfrm>
              <a:off x="2678322" y="739552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8333" y="952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25"/>
            <p:cNvSpPr/>
            <p:nvPr/>
          </p:nvSpPr>
          <p:spPr>
            <a:xfrm>
              <a:off x="2807755" y="739552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10714" y="952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25"/>
            <p:cNvSpPr/>
            <p:nvPr/>
          </p:nvSpPr>
          <p:spPr>
            <a:xfrm>
              <a:off x="2974170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25"/>
            <p:cNvSpPr/>
            <p:nvPr/>
          </p:nvSpPr>
          <p:spPr>
            <a:xfrm>
              <a:off x="312208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25"/>
            <p:cNvSpPr/>
            <p:nvPr/>
          </p:nvSpPr>
          <p:spPr>
            <a:xfrm>
              <a:off x="326998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25"/>
            <p:cNvSpPr/>
            <p:nvPr/>
          </p:nvSpPr>
          <p:spPr>
            <a:xfrm>
              <a:off x="3417902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25"/>
            <p:cNvSpPr/>
            <p:nvPr/>
          </p:nvSpPr>
          <p:spPr>
            <a:xfrm>
              <a:off x="3565818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25"/>
            <p:cNvSpPr/>
            <p:nvPr/>
          </p:nvSpPr>
          <p:spPr>
            <a:xfrm>
              <a:off x="3713719" y="739552"/>
              <a:ext cx="147963" cy="147932"/>
            </a:xfrm>
            <a:custGeom>
              <a:avLst/>
              <a:gdLst/>
              <a:ahLst/>
              <a:cxnLst/>
              <a:rect l="l" t="t" r="r" b="b"/>
              <a:pathLst>
                <a:path w="9526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5" y="9524"/>
                  </a:lnTo>
                  <a:lnTo>
                    <a:pt x="9525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25"/>
            <p:cNvSpPr/>
            <p:nvPr/>
          </p:nvSpPr>
          <p:spPr>
            <a:xfrm>
              <a:off x="3861666" y="739552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4"/>
                  </a:lnTo>
                  <a:lnTo>
                    <a:pt x="9523" y="952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25"/>
            <p:cNvSpPr/>
            <p:nvPr/>
          </p:nvSpPr>
          <p:spPr>
            <a:xfrm>
              <a:off x="4009566" y="739552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4"/>
                  </a:lnTo>
                  <a:lnTo>
                    <a:pt x="9524" y="952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25"/>
            <p:cNvSpPr/>
            <p:nvPr/>
          </p:nvSpPr>
          <p:spPr>
            <a:xfrm>
              <a:off x="253040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25"/>
            <p:cNvSpPr/>
            <p:nvPr/>
          </p:nvSpPr>
          <p:spPr>
            <a:xfrm>
              <a:off x="2678322" y="573137"/>
              <a:ext cx="129448" cy="166431"/>
            </a:xfrm>
            <a:custGeom>
              <a:avLst/>
              <a:gdLst/>
              <a:ahLst/>
              <a:cxnLst/>
              <a:rect l="l" t="t" r="r" b="b"/>
              <a:pathLst>
                <a:path w="833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8333" y="10715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25"/>
            <p:cNvSpPr/>
            <p:nvPr/>
          </p:nvSpPr>
          <p:spPr>
            <a:xfrm>
              <a:off x="2807755" y="573137"/>
              <a:ext cx="166431" cy="166431"/>
            </a:xfrm>
            <a:custGeom>
              <a:avLst/>
              <a:gdLst/>
              <a:ahLst/>
              <a:cxnLst/>
              <a:rect l="l" t="t" r="r" b="b"/>
              <a:pathLst>
                <a:path w="10715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10714" y="10715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25"/>
            <p:cNvSpPr/>
            <p:nvPr/>
          </p:nvSpPr>
          <p:spPr>
            <a:xfrm>
              <a:off x="2974170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25"/>
            <p:cNvSpPr/>
            <p:nvPr/>
          </p:nvSpPr>
          <p:spPr>
            <a:xfrm>
              <a:off x="3122086" y="573137"/>
              <a:ext cx="147916" cy="166431"/>
            </a:xfrm>
            <a:custGeom>
              <a:avLst/>
              <a:gdLst/>
              <a:ahLst/>
              <a:cxnLst/>
              <a:rect l="l" t="t" r="r" b="b"/>
              <a:pathLst>
                <a:path w="9523" h="10715" extrusionOk="0">
                  <a:moveTo>
                    <a:pt x="0" y="1"/>
                  </a:moveTo>
                  <a:lnTo>
                    <a:pt x="0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25"/>
            <p:cNvSpPr/>
            <p:nvPr/>
          </p:nvSpPr>
          <p:spPr>
            <a:xfrm>
              <a:off x="3269986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4" y="10715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25"/>
            <p:cNvSpPr/>
            <p:nvPr/>
          </p:nvSpPr>
          <p:spPr>
            <a:xfrm>
              <a:off x="3417902" y="573137"/>
              <a:ext cx="147932" cy="166431"/>
            </a:xfrm>
            <a:custGeom>
              <a:avLst/>
              <a:gdLst/>
              <a:ahLst/>
              <a:cxnLst/>
              <a:rect l="l" t="t" r="r" b="b"/>
              <a:pathLst>
                <a:path w="9524" h="10715" extrusionOk="0">
                  <a:moveTo>
                    <a:pt x="1" y="1"/>
                  </a:moveTo>
                  <a:lnTo>
                    <a:pt x="1" y="10715"/>
                  </a:lnTo>
                  <a:lnTo>
                    <a:pt x="9523" y="10715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25"/>
            <p:cNvSpPr/>
            <p:nvPr/>
          </p:nvSpPr>
          <p:spPr>
            <a:xfrm>
              <a:off x="253040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25"/>
            <p:cNvSpPr/>
            <p:nvPr/>
          </p:nvSpPr>
          <p:spPr>
            <a:xfrm>
              <a:off x="2678322" y="443705"/>
              <a:ext cx="129448" cy="129448"/>
            </a:xfrm>
            <a:custGeom>
              <a:avLst/>
              <a:gdLst/>
              <a:ahLst/>
              <a:cxnLst/>
              <a:rect l="l" t="t" r="r" b="b"/>
              <a:pathLst>
                <a:path w="833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8333" y="8334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25"/>
            <p:cNvSpPr/>
            <p:nvPr/>
          </p:nvSpPr>
          <p:spPr>
            <a:xfrm>
              <a:off x="2807755" y="443705"/>
              <a:ext cx="166431" cy="129448"/>
            </a:xfrm>
            <a:custGeom>
              <a:avLst/>
              <a:gdLst/>
              <a:ahLst/>
              <a:cxnLst/>
              <a:rect l="l" t="t" r="r" b="b"/>
              <a:pathLst>
                <a:path w="10715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10714" y="8334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25"/>
            <p:cNvSpPr/>
            <p:nvPr/>
          </p:nvSpPr>
          <p:spPr>
            <a:xfrm>
              <a:off x="2974170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25"/>
            <p:cNvSpPr/>
            <p:nvPr/>
          </p:nvSpPr>
          <p:spPr>
            <a:xfrm>
              <a:off x="3122086" y="443705"/>
              <a:ext cx="147916" cy="129448"/>
            </a:xfrm>
            <a:custGeom>
              <a:avLst/>
              <a:gdLst/>
              <a:ahLst/>
              <a:cxnLst/>
              <a:rect l="l" t="t" r="r" b="b"/>
              <a:pathLst>
                <a:path w="9523" h="8334" extrusionOk="0">
                  <a:moveTo>
                    <a:pt x="0" y="1"/>
                  </a:moveTo>
                  <a:lnTo>
                    <a:pt x="0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25"/>
            <p:cNvSpPr/>
            <p:nvPr/>
          </p:nvSpPr>
          <p:spPr>
            <a:xfrm>
              <a:off x="3269986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4" y="8334"/>
                  </a:lnTo>
                  <a:lnTo>
                    <a:pt x="952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25"/>
            <p:cNvSpPr/>
            <p:nvPr/>
          </p:nvSpPr>
          <p:spPr>
            <a:xfrm>
              <a:off x="3417902" y="443705"/>
              <a:ext cx="147932" cy="129448"/>
            </a:xfrm>
            <a:custGeom>
              <a:avLst/>
              <a:gdLst/>
              <a:ahLst/>
              <a:cxnLst/>
              <a:rect l="l" t="t" r="r" b="b"/>
              <a:pathLst>
                <a:path w="9524" h="8334" extrusionOk="0">
                  <a:moveTo>
                    <a:pt x="1" y="1"/>
                  </a:moveTo>
                  <a:lnTo>
                    <a:pt x="1" y="8334"/>
                  </a:lnTo>
                  <a:lnTo>
                    <a:pt x="9523" y="8334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25"/>
            <p:cNvSpPr/>
            <p:nvPr/>
          </p:nvSpPr>
          <p:spPr>
            <a:xfrm>
              <a:off x="253040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25"/>
            <p:cNvSpPr/>
            <p:nvPr/>
          </p:nvSpPr>
          <p:spPr>
            <a:xfrm>
              <a:off x="2678322" y="277320"/>
              <a:ext cx="129448" cy="166400"/>
            </a:xfrm>
            <a:custGeom>
              <a:avLst/>
              <a:gdLst/>
              <a:ahLst/>
              <a:cxnLst/>
              <a:rect l="l" t="t" r="r" b="b"/>
              <a:pathLst>
                <a:path w="833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8333" y="1071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25"/>
            <p:cNvSpPr/>
            <p:nvPr/>
          </p:nvSpPr>
          <p:spPr>
            <a:xfrm>
              <a:off x="2807755" y="277320"/>
              <a:ext cx="166431" cy="166400"/>
            </a:xfrm>
            <a:custGeom>
              <a:avLst/>
              <a:gdLst/>
              <a:ahLst/>
              <a:cxnLst/>
              <a:rect l="l" t="t" r="r" b="b"/>
              <a:pathLst>
                <a:path w="10715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10714" y="1071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25"/>
            <p:cNvSpPr/>
            <p:nvPr/>
          </p:nvSpPr>
          <p:spPr>
            <a:xfrm>
              <a:off x="2974170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25"/>
            <p:cNvSpPr/>
            <p:nvPr/>
          </p:nvSpPr>
          <p:spPr>
            <a:xfrm>
              <a:off x="3122086" y="277320"/>
              <a:ext cx="147916" cy="166400"/>
            </a:xfrm>
            <a:custGeom>
              <a:avLst/>
              <a:gdLst/>
              <a:ahLst/>
              <a:cxnLst/>
              <a:rect l="l" t="t" r="r" b="b"/>
              <a:pathLst>
                <a:path w="9523" h="10713" extrusionOk="0">
                  <a:moveTo>
                    <a:pt x="0" y="0"/>
                  </a:moveTo>
                  <a:lnTo>
                    <a:pt x="0" y="10713"/>
                  </a:lnTo>
                  <a:lnTo>
                    <a:pt x="9523" y="1071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25"/>
            <p:cNvSpPr/>
            <p:nvPr/>
          </p:nvSpPr>
          <p:spPr>
            <a:xfrm>
              <a:off x="3269986" y="277320"/>
              <a:ext cx="147932" cy="166400"/>
            </a:xfrm>
            <a:custGeom>
              <a:avLst/>
              <a:gdLst/>
              <a:ahLst/>
              <a:cxnLst/>
              <a:rect l="l" t="t" r="r" b="b"/>
              <a:pathLst>
                <a:path w="9524" h="10713" extrusionOk="0">
                  <a:moveTo>
                    <a:pt x="1" y="0"/>
                  </a:moveTo>
                  <a:lnTo>
                    <a:pt x="1" y="10713"/>
                  </a:lnTo>
                  <a:lnTo>
                    <a:pt x="9524" y="10713"/>
                  </a:lnTo>
                  <a:lnTo>
                    <a:pt x="952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25"/>
            <p:cNvSpPr/>
            <p:nvPr/>
          </p:nvSpPr>
          <p:spPr>
            <a:xfrm>
              <a:off x="2530406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1" y="1"/>
                  </a:moveTo>
                  <a:lnTo>
                    <a:pt x="1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25"/>
            <p:cNvSpPr/>
            <p:nvPr/>
          </p:nvSpPr>
          <p:spPr>
            <a:xfrm>
              <a:off x="2678322" y="129404"/>
              <a:ext cx="129448" cy="147932"/>
            </a:xfrm>
            <a:custGeom>
              <a:avLst/>
              <a:gdLst/>
              <a:ahLst/>
              <a:cxnLst/>
              <a:rect l="l" t="t" r="r" b="b"/>
              <a:pathLst>
                <a:path w="833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8333" y="9523"/>
                  </a:lnTo>
                  <a:lnTo>
                    <a:pt x="833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25"/>
            <p:cNvSpPr/>
            <p:nvPr/>
          </p:nvSpPr>
          <p:spPr>
            <a:xfrm>
              <a:off x="2807755" y="129404"/>
              <a:ext cx="166431" cy="147932"/>
            </a:xfrm>
            <a:custGeom>
              <a:avLst/>
              <a:gdLst/>
              <a:ahLst/>
              <a:cxnLst/>
              <a:rect l="l" t="t" r="r" b="b"/>
              <a:pathLst>
                <a:path w="10715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10714" y="9523"/>
                  </a:lnTo>
                  <a:lnTo>
                    <a:pt x="10714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25"/>
            <p:cNvSpPr/>
            <p:nvPr/>
          </p:nvSpPr>
          <p:spPr>
            <a:xfrm>
              <a:off x="2974170" y="129404"/>
              <a:ext cx="147932" cy="147932"/>
            </a:xfrm>
            <a:custGeom>
              <a:avLst/>
              <a:gdLst/>
              <a:ahLst/>
              <a:cxnLst/>
              <a:rect l="l" t="t" r="r" b="b"/>
              <a:pathLst>
                <a:path w="9524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25"/>
            <p:cNvSpPr/>
            <p:nvPr/>
          </p:nvSpPr>
          <p:spPr>
            <a:xfrm>
              <a:off x="3122086" y="129404"/>
              <a:ext cx="147916" cy="147932"/>
            </a:xfrm>
            <a:custGeom>
              <a:avLst/>
              <a:gdLst/>
              <a:ahLst/>
              <a:cxnLst/>
              <a:rect l="l" t="t" r="r" b="b"/>
              <a:pathLst>
                <a:path w="9523" h="9524" extrusionOk="0">
                  <a:moveTo>
                    <a:pt x="0" y="1"/>
                  </a:moveTo>
                  <a:lnTo>
                    <a:pt x="0" y="9523"/>
                  </a:lnTo>
                  <a:lnTo>
                    <a:pt x="9523" y="9523"/>
                  </a:lnTo>
                  <a:lnTo>
                    <a:pt x="952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25"/>
            <p:cNvSpPr/>
            <p:nvPr/>
          </p:nvSpPr>
          <p:spPr>
            <a:xfrm>
              <a:off x="2530406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1" y="0"/>
                  </a:moveTo>
                  <a:lnTo>
                    <a:pt x="1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25"/>
            <p:cNvSpPr/>
            <p:nvPr/>
          </p:nvSpPr>
          <p:spPr>
            <a:xfrm>
              <a:off x="2678322" y="-12"/>
              <a:ext cx="129448" cy="129432"/>
            </a:xfrm>
            <a:custGeom>
              <a:avLst/>
              <a:gdLst/>
              <a:ahLst/>
              <a:cxnLst/>
              <a:rect l="l" t="t" r="r" b="b"/>
              <a:pathLst>
                <a:path w="833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8333" y="8333"/>
                  </a:lnTo>
                  <a:lnTo>
                    <a:pt x="8333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25"/>
            <p:cNvSpPr/>
            <p:nvPr/>
          </p:nvSpPr>
          <p:spPr>
            <a:xfrm>
              <a:off x="2807755" y="-12"/>
              <a:ext cx="166431" cy="129432"/>
            </a:xfrm>
            <a:custGeom>
              <a:avLst/>
              <a:gdLst/>
              <a:ahLst/>
              <a:cxnLst/>
              <a:rect l="l" t="t" r="r" b="b"/>
              <a:pathLst>
                <a:path w="10715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10714" y="8333"/>
                  </a:lnTo>
                  <a:lnTo>
                    <a:pt x="10714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25"/>
            <p:cNvSpPr/>
            <p:nvPr/>
          </p:nvSpPr>
          <p:spPr>
            <a:xfrm>
              <a:off x="2974170" y="-12"/>
              <a:ext cx="147932" cy="129432"/>
            </a:xfrm>
            <a:custGeom>
              <a:avLst/>
              <a:gdLst/>
              <a:ahLst/>
              <a:cxnLst/>
              <a:rect l="l" t="t" r="r" b="b"/>
              <a:pathLst>
                <a:path w="9524" h="8333" extrusionOk="0">
                  <a:moveTo>
                    <a:pt x="0" y="0"/>
                  </a:moveTo>
                  <a:lnTo>
                    <a:pt x="0" y="8333"/>
                  </a:lnTo>
                  <a:lnTo>
                    <a:pt x="9523" y="8333"/>
                  </a:lnTo>
                  <a:lnTo>
                    <a:pt x="952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Orbitron ExtraBold"/>
              <a:buNone/>
              <a:defRPr sz="2800">
                <a:solidFill>
                  <a:schemeClr val="accent1"/>
                </a:solidFill>
                <a:latin typeface="Orbitron ExtraBold"/>
                <a:ea typeface="Orbitron ExtraBold"/>
                <a:cs typeface="Orbitron ExtraBold"/>
                <a:sym typeface="Orbitro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dvent Pro Medium"/>
              <a:buChar char="●"/>
              <a:defRPr sz="1800"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●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dvent Pro Medium"/>
              <a:buChar char="○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dvent Pro Medium"/>
              <a:buChar char="■"/>
              <a:defRPr>
                <a:solidFill>
                  <a:schemeClr val="accent1"/>
                </a:solidFill>
                <a:latin typeface="Advent Pro Medium"/>
                <a:ea typeface="Advent Pro Medium"/>
                <a:cs typeface="Advent Pro Medium"/>
                <a:sym typeface="Advent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3.xml"/><Relationship Id="rId5" Type="http://schemas.openxmlformats.org/officeDocument/2006/relationships/image" Target="../media/image2.png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3" name="Google Shape;5493;p29"/>
          <p:cNvSpPr txBox="1">
            <a:spLocks noGrp="1"/>
          </p:cNvSpPr>
          <p:nvPr>
            <p:ph type="ctrTitle"/>
          </p:nvPr>
        </p:nvSpPr>
        <p:spPr>
          <a:xfrm>
            <a:off x="1523647" y="1504337"/>
            <a:ext cx="5964600" cy="18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SNAKE GAME</a:t>
            </a:r>
            <a:endParaRPr dirty="0"/>
          </a:p>
        </p:txBody>
      </p:sp>
      <p:grpSp>
        <p:nvGrpSpPr>
          <p:cNvPr id="5495" name="Google Shape;5495;p29"/>
          <p:cNvGrpSpPr/>
          <p:nvPr/>
        </p:nvGrpSpPr>
        <p:grpSpPr>
          <a:xfrm>
            <a:off x="2933218" y="1108096"/>
            <a:ext cx="924613" cy="792521"/>
            <a:chOff x="753950" y="238125"/>
            <a:chExt cx="6111125" cy="5238075"/>
          </a:xfrm>
        </p:grpSpPr>
        <p:sp>
          <p:nvSpPr>
            <p:cNvPr id="5496" name="Google Shape;5496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3" name="Google Shape;5523;p29"/>
          <p:cNvGrpSpPr/>
          <p:nvPr/>
        </p:nvGrpSpPr>
        <p:grpSpPr>
          <a:xfrm>
            <a:off x="4109693" y="1108096"/>
            <a:ext cx="924613" cy="792521"/>
            <a:chOff x="753950" y="238125"/>
            <a:chExt cx="6111125" cy="5238075"/>
          </a:xfrm>
        </p:grpSpPr>
        <p:sp>
          <p:nvSpPr>
            <p:cNvPr id="5524" name="Google Shape;5524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FFF2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1" name="Google Shape;5551;p29"/>
          <p:cNvGrpSpPr/>
          <p:nvPr/>
        </p:nvGrpSpPr>
        <p:grpSpPr>
          <a:xfrm>
            <a:off x="5286168" y="1108096"/>
            <a:ext cx="924613" cy="792521"/>
            <a:chOff x="753950" y="238125"/>
            <a:chExt cx="6111125" cy="5238075"/>
          </a:xfrm>
        </p:grpSpPr>
        <p:sp>
          <p:nvSpPr>
            <p:cNvPr id="5552" name="Google Shape;5552;p29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29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29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29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29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29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29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29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29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29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29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29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29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29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29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29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29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29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29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29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29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29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29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29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29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29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29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175741" y="3653547"/>
            <a:ext cx="5637900" cy="792600"/>
          </a:xfrm>
        </p:spPr>
        <p:txBody>
          <a:bodyPr/>
          <a:lstStyle/>
          <a:p>
            <a:r>
              <a:rPr lang="bs-Latn-BA" sz="1800" dirty="0" smtClean="0"/>
              <a:t>Suzan Alsayek</a:t>
            </a:r>
          </a:p>
          <a:p>
            <a:r>
              <a:rPr lang="bs-Latn-BA" sz="1800" dirty="0" smtClean="0"/>
              <a:t>Emina Karabegović</a:t>
            </a:r>
          </a:p>
          <a:p>
            <a:r>
              <a:rPr lang="bs-Latn-BA" sz="1800" dirty="0" smtClean="0"/>
              <a:t>Amila Snagić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3" name="Google Shape;5583;p30"/>
          <p:cNvSpPr txBox="1">
            <a:spLocks noGrp="1"/>
          </p:cNvSpPr>
          <p:nvPr>
            <p:ph type="body" idx="1"/>
          </p:nvPr>
        </p:nvSpPr>
        <p:spPr>
          <a:xfrm>
            <a:off x="405131" y="2368889"/>
            <a:ext cx="7789200" cy="355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b="1" dirty="0"/>
              <a:t> Advanced version of the classic Snake game</a:t>
            </a:r>
            <a:endParaRPr lang="en-GB" dirty="0"/>
          </a:p>
          <a:p>
            <a:pPr algn="ctr"/>
            <a:r>
              <a:rPr lang="en-GB" b="1" dirty="0"/>
              <a:t> Supports both AI control and manual control</a:t>
            </a:r>
            <a:endParaRPr lang="en-GB" dirty="0"/>
          </a:p>
          <a:p>
            <a:pPr algn="ctr"/>
            <a:r>
              <a:rPr lang="en-GB" b="1" dirty="0"/>
              <a:t> Focus on intelligent movement and stable game logic</a:t>
            </a:r>
            <a:endParaRPr lang="en-GB" dirty="0"/>
          </a:p>
          <a:p>
            <a:pPr marL="139700" indent="0" algn="ctr">
              <a:buNone/>
            </a:pPr>
            <a:endParaRPr dirty="0"/>
          </a:p>
        </p:txBody>
      </p:sp>
      <p:sp>
        <p:nvSpPr>
          <p:cNvPr id="5584" name="Google Shape;5584;p30"/>
          <p:cNvSpPr txBox="1">
            <a:spLocks noGrp="1"/>
          </p:cNvSpPr>
          <p:nvPr>
            <p:ph type="title"/>
          </p:nvPr>
        </p:nvSpPr>
        <p:spPr>
          <a:xfrm>
            <a:off x="224932" y="14276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SNAKE GAME AND AI</a:t>
            </a:r>
            <a:endParaRPr dirty="0"/>
          </a:p>
        </p:txBody>
      </p:sp>
      <p:grpSp>
        <p:nvGrpSpPr>
          <p:cNvPr id="5585" name="Google Shape;5585;p30"/>
          <p:cNvGrpSpPr/>
          <p:nvPr/>
        </p:nvGrpSpPr>
        <p:grpSpPr>
          <a:xfrm rot="-5400000">
            <a:off x="2157619" y="1627745"/>
            <a:ext cx="242781" cy="161857"/>
            <a:chOff x="2500050" y="3730175"/>
            <a:chExt cx="2619000" cy="1746025"/>
          </a:xfrm>
        </p:grpSpPr>
        <p:sp>
          <p:nvSpPr>
            <p:cNvPr id="5586" name="Google Shape;5586;p3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3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3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3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90" name="Google Shape;5590;p30"/>
          <p:cNvGrpSpPr/>
          <p:nvPr/>
        </p:nvGrpSpPr>
        <p:grpSpPr>
          <a:xfrm rot="5400000">
            <a:off x="6449922" y="1633030"/>
            <a:ext cx="242781" cy="161857"/>
            <a:chOff x="2500050" y="3730175"/>
            <a:chExt cx="2619000" cy="1746025"/>
          </a:xfrm>
        </p:grpSpPr>
        <p:sp>
          <p:nvSpPr>
            <p:cNvPr id="5591" name="Google Shape;5591;p30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30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30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30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95" name="Google Shape;5595;p30"/>
          <p:cNvSpPr txBox="1"/>
          <p:nvPr/>
        </p:nvSpPr>
        <p:spPr>
          <a:xfrm>
            <a:off x="866400" y="4411676"/>
            <a:ext cx="54786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b="1" dirty="0">
              <a:solidFill>
                <a:schemeClr val="accent1"/>
              </a:solidFill>
              <a:latin typeface="Advent Pro"/>
              <a:ea typeface="Advent Pro"/>
              <a:cs typeface="Advent Pro"/>
              <a:sym typeface="Advent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6" name="Google Shape;5626;p32"/>
          <p:cNvSpPr txBox="1">
            <a:spLocks noGrp="1"/>
          </p:cNvSpPr>
          <p:nvPr>
            <p:ph type="title"/>
          </p:nvPr>
        </p:nvSpPr>
        <p:spPr>
          <a:xfrm>
            <a:off x="1334700" y="740221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SNAKE MOVEMENT</a:t>
            </a:r>
            <a:endParaRPr dirty="0"/>
          </a:p>
        </p:txBody>
      </p:sp>
      <p:sp>
        <p:nvSpPr>
          <p:cNvPr id="5627" name="Google Shape;5627;p32"/>
          <p:cNvSpPr txBox="1">
            <a:spLocks noGrp="1"/>
          </p:cNvSpPr>
          <p:nvPr>
            <p:ph type="subTitle" idx="1"/>
          </p:nvPr>
        </p:nvSpPr>
        <p:spPr>
          <a:xfrm>
            <a:off x="1753050" y="1629261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• The head moves continuously in one direction</a:t>
            </a:r>
            <a:endParaRPr lang="en-GB" dirty="0"/>
          </a:p>
          <a:p>
            <a:r>
              <a:rPr lang="en-GB" b="1" dirty="0"/>
              <a:t>• Every small movement is stored in a history vector</a:t>
            </a:r>
            <a:endParaRPr lang="en-GB" dirty="0"/>
          </a:p>
          <a:p>
            <a:r>
              <a:rPr lang="en-GB" b="1" dirty="0"/>
              <a:t>• The body follows previous head positions</a:t>
            </a:r>
            <a:endParaRPr lang="en-GB" dirty="0"/>
          </a:p>
          <a:p>
            <a:r>
              <a:rPr lang="en-GB" b="1" dirty="0"/>
              <a:t>• Movement looks smooth, not block-based</a:t>
            </a:r>
            <a:endParaRPr lang="en-GB" dirty="0"/>
          </a:p>
          <a:p>
            <a:r>
              <a:rPr lang="en-GB" dirty="0"/>
              <a:t/>
            </a:r>
            <a:br>
              <a:rPr lang="en-GB" dirty="0"/>
            </a:br>
            <a:endParaRPr dirty="0"/>
          </a:p>
        </p:txBody>
      </p:sp>
      <p:grpSp>
        <p:nvGrpSpPr>
          <p:cNvPr id="5628" name="Google Shape;5628;p32"/>
          <p:cNvGrpSpPr/>
          <p:nvPr/>
        </p:nvGrpSpPr>
        <p:grpSpPr>
          <a:xfrm>
            <a:off x="8029241" y="154008"/>
            <a:ext cx="264001" cy="226285"/>
            <a:chOff x="753950" y="238125"/>
            <a:chExt cx="6111125" cy="5238075"/>
          </a:xfrm>
        </p:grpSpPr>
        <p:sp>
          <p:nvSpPr>
            <p:cNvPr id="5629" name="Google Shape;5629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1" name="Google Shape;5651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2" name="Google Shape;5652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3" name="Google Shape;5653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4" name="Google Shape;5654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5" name="Google Shape;5655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6" name="Google Shape;5656;p32"/>
          <p:cNvGrpSpPr/>
          <p:nvPr/>
        </p:nvGrpSpPr>
        <p:grpSpPr>
          <a:xfrm>
            <a:off x="8365321" y="154008"/>
            <a:ext cx="264001" cy="226285"/>
            <a:chOff x="753950" y="238125"/>
            <a:chExt cx="6111125" cy="5238075"/>
          </a:xfrm>
        </p:grpSpPr>
        <p:sp>
          <p:nvSpPr>
            <p:cNvPr id="5657" name="Google Shape;5657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8" name="Google Shape;5658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9" name="Google Shape;5659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0" name="Google Shape;5660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1" name="Google Shape;5661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2" name="Google Shape;5662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3" name="Google Shape;5663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4" name="Google Shape;5664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5" name="Google Shape;5665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4" name="Google Shape;5674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5" name="Google Shape;5675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32"/>
          <p:cNvGrpSpPr/>
          <p:nvPr/>
        </p:nvGrpSpPr>
        <p:grpSpPr>
          <a:xfrm>
            <a:off x="8701401" y="154008"/>
            <a:ext cx="264001" cy="226285"/>
            <a:chOff x="753950" y="238125"/>
            <a:chExt cx="6111125" cy="5238075"/>
          </a:xfrm>
        </p:grpSpPr>
        <p:sp>
          <p:nvSpPr>
            <p:cNvPr id="5685" name="Google Shape;5685;p32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2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2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2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2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2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2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2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2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2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2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2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2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2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2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2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2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2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2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2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2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2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2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2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2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2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2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712" name="Google Shape;5712;p32">
            <a:hlinkClick r:id="" action="ppaction://noaction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1664" y="5673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3" name="Google Shape;5713;p32">
            <a:hlinkClick r:id="rId4" action="ppaction://hlinksldjump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3025" y="5395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8" name="Google Shape;5718;p33"/>
          <p:cNvSpPr/>
          <p:nvPr/>
        </p:nvSpPr>
        <p:spPr>
          <a:xfrm>
            <a:off x="1586100" y="157220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9" name="Google Shape;5719;p33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GAME UPDATE LOOP</a:t>
            </a:r>
            <a:endParaRPr dirty="0"/>
          </a:p>
        </p:txBody>
      </p:sp>
      <p:sp>
        <p:nvSpPr>
          <p:cNvPr id="5720" name="Google Shape;5720;p33"/>
          <p:cNvSpPr txBox="1">
            <a:spLocks noGrp="1"/>
          </p:cNvSpPr>
          <p:nvPr>
            <p:ph type="body" idx="1"/>
          </p:nvPr>
        </p:nvSpPr>
        <p:spPr>
          <a:xfrm>
            <a:off x="2885188" y="1995800"/>
            <a:ext cx="3066600" cy="19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Each </a:t>
            </a:r>
            <a:r>
              <a:rPr lang="en-GB" b="1" dirty="0" smtClean="0"/>
              <a:t>frame:</a:t>
            </a:r>
            <a:endParaRPr lang="bs-Latn-BA" dirty="0" smtClean="0"/>
          </a:p>
          <a:p>
            <a:r>
              <a:rPr lang="en-GB" b="1" dirty="0" smtClean="0"/>
              <a:t>Update </a:t>
            </a:r>
            <a:r>
              <a:rPr lang="en-GB" b="1" dirty="0"/>
              <a:t>direction</a:t>
            </a:r>
            <a:br>
              <a:rPr lang="en-GB" b="1" dirty="0"/>
            </a:br>
            <a:r>
              <a:rPr lang="en-GB" b="1" dirty="0"/>
              <a:t>• Move the snake</a:t>
            </a:r>
            <a:br>
              <a:rPr lang="en-GB" b="1" dirty="0"/>
            </a:br>
            <a:r>
              <a:rPr lang="en-GB" b="1" dirty="0"/>
              <a:t>• Check collisions</a:t>
            </a:r>
            <a:br>
              <a:rPr lang="en-GB" b="1" dirty="0"/>
            </a:br>
            <a:r>
              <a:rPr lang="en-GB" b="1" dirty="0"/>
              <a:t>• Check item interactions</a:t>
            </a:r>
            <a:br>
              <a:rPr lang="en-GB" b="1" dirty="0"/>
            </a:br>
            <a:r>
              <a:rPr lang="en-GB" b="1" dirty="0"/>
              <a:t>• Update timers</a:t>
            </a:r>
            <a:br>
              <a:rPr lang="en-GB" b="1" dirty="0"/>
            </a:br>
            <a:r>
              <a:rPr lang="en-GB" b="1" dirty="0"/>
              <a:t>• Spawn new items if needed</a:t>
            </a:r>
            <a:endParaRPr lang="en-GB" dirty="0"/>
          </a:p>
          <a:p>
            <a:endParaRPr dirty="0"/>
          </a:p>
        </p:txBody>
      </p:sp>
      <p:grpSp>
        <p:nvGrpSpPr>
          <p:cNvPr id="5721" name="Google Shape;5721;p33"/>
          <p:cNvGrpSpPr/>
          <p:nvPr/>
        </p:nvGrpSpPr>
        <p:grpSpPr>
          <a:xfrm rot="-5400000">
            <a:off x="2137596" y="535371"/>
            <a:ext cx="242781" cy="161857"/>
            <a:chOff x="2500050" y="3730175"/>
            <a:chExt cx="2619000" cy="1746025"/>
          </a:xfrm>
        </p:grpSpPr>
        <p:sp>
          <p:nvSpPr>
            <p:cNvPr id="5722" name="Google Shape;5722;p33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3" name="Google Shape;5723;p33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4" name="Google Shape;5724;p33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5" name="Google Shape;5725;p33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6" name="Google Shape;5726;p33"/>
          <p:cNvGrpSpPr/>
          <p:nvPr/>
        </p:nvGrpSpPr>
        <p:grpSpPr>
          <a:xfrm rot="5400000">
            <a:off x="6763621" y="535371"/>
            <a:ext cx="242781" cy="161857"/>
            <a:chOff x="2500050" y="3730175"/>
            <a:chExt cx="2619000" cy="1746025"/>
          </a:xfrm>
        </p:grpSpPr>
        <p:sp>
          <p:nvSpPr>
            <p:cNvPr id="5727" name="Google Shape;5727;p33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33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33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33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31" name="Google Shape;5731;p33"/>
          <p:cNvSpPr/>
          <p:nvPr/>
        </p:nvSpPr>
        <p:spPr>
          <a:xfrm>
            <a:off x="1781725" y="173912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2" name="Google Shape;5732;p33"/>
          <p:cNvSpPr/>
          <p:nvPr/>
        </p:nvSpPr>
        <p:spPr>
          <a:xfrm rot="-3601102">
            <a:off x="7157040" y="403880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p35"/>
          <p:cNvSpPr txBox="1">
            <a:spLocks noGrp="1"/>
          </p:cNvSpPr>
          <p:nvPr>
            <p:ph type="title"/>
          </p:nvPr>
        </p:nvSpPr>
        <p:spPr>
          <a:xfrm>
            <a:off x="1261281" y="513834"/>
            <a:ext cx="6474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A STAR</a:t>
            </a:r>
            <a:endParaRPr dirty="0"/>
          </a:p>
        </p:txBody>
      </p:sp>
      <p:sp>
        <p:nvSpPr>
          <p:cNvPr id="5797" name="Google Shape;5797;p35"/>
          <p:cNvSpPr txBox="1">
            <a:spLocks noGrp="1"/>
          </p:cNvSpPr>
          <p:nvPr>
            <p:ph type="subTitle" idx="1"/>
          </p:nvPr>
        </p:nvSpPr>
        <p:spPr>
          <a:xfrm>
            <a:off x="1679631" y="1355634"/>
            <a:ext cx="563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• Implemented A* pathfinding algorithm</a:t>
            </a:r>
            <a:br>
              <a:rPr lang="en-US" b="1" dirty="0"/>
            </a:br>
            <a:r>
              <a:rPr lang="en-US" b="1" dirty="0"/>
              <a:t>• Board represented as a grid</a:t>
            </a:r>
            <a:br>
              <a:rPr lang="en-US" b="1" dirty="0"/>
            </a:br>
            <a:r>
              <a:rPr lang="en-US" b="1" dirty="0"/>
              <a:t>• Snake body treated as dynamic obstacles</a:t>
            </a:r>
            <a:br>
              <a:rPr lang="en-US" b="1" dirty="0"/>
            </a:br>
            <a:r>
              <a:rPr lang="en-US" b="1" dirty="0"/>
              <a:t>• Calculates shortest safe path to the item</a:t>
            </a:r>
            <a:br>
              <a:rPr lang="en-US" b="1" dirty="0"/>
            </a:br>
            <a:r>
              <a:rPr lang="en-US" b="1" dirty="0"/>
              <a:t>• Uses Manhattan distance heuristic</a:t>
            </a:r>
            <a:endParaRPr lang="en-US" dirty="0"/>
          </a:p>
          <a:p>
            <a:r>
              <a:rPr lang="en-US" b="1" dirty="0"/>
              <a:t>Formula:</a:t>
            </a:r>
            <a:br>
              <a:rPr lang="en-US" b="1" dirty="0"/>
            </a:br>
            <a:r>
              <a:rPr lang="en-US" b="1" dirty="0"/>
              <a:t>F(n) = G(n) + H(n)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grpSp>
        <p:nvGrpSpPr>
          <p:cNvPr id="5798" name="Google Shape;5798;p35"/>
          <p:cNvGrpSpPr/>
          <p:nvPr/>
        </p:nvGrpSpPr>
        <p:grpSpPr>
          <a:xfrm>
            <a:off x="8181641" y="306408"/>
            <a:ext cx="264001" cy="226285"/>
            <a:chOff x="753950" y="238125"/>
            <a:chExt cx="6111125" cy="5238075"/>
          </a:xfrm>
        </p:grpSpPr>
        <p:sp>
          <p:nvSpPr>
            <p:cNvPr id="5799" name="Google Shape;5799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26" name="Google Shape;5826;p35"/>
          <p:cNvGrpSpPr/>
          <p:nvPr/>
        </p:nvGrpSpPr>
        <p:grpSpPr>
          <a:xfrm>
            <a:off x="8517721" y="306408"/>
            <a:ext cx="264001" cy="226285"/>
            <a:chOff x="753950" y="238125"/>
            <a:chExt cx="6111125" cy="5238075"/>
          </a:xfrm>
        </p:grpSpPr>
        <p:sp>
          <p:nvSpPr>
            <p:cNvPr id="5827" name="Google Shape;5827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4" name="Google Shape;5854;p35"/>
          <p:cNvGrpSpPr/>
          <p:nvPr/>
        </p:nvGrpSpPr>
        <p:grpSpPr>
          <a:xfrm>
            <a:off x="8853801" y="306408"/>
            <a:ext cx="264001" cy="226285"/>
            <a:chOff x="753950" y="238125"/>
            <a:chExt cx="6111125" cy="5238075"/>
          </a:xfrm>
        </p:grpSpPr>
        <p:sp>
          <p:nvSpPr>
            <p:cNvPr id="5855" name="Google Shape;5855;p35"/>
            <p:cNvSpPr/>
            <p:nvPr/>
          </p:nvSpPr>
          <p:spPr>
            <a:xfrm>
              <a:off x="1627000" y="238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2" y="34922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2500050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9" y="34922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4246075" y="238125"/>
              <a:ext cx="872975" cy="873075"/>
            </a:xfrm>
            <a:custGeom>
              <a:avLst/>
              <a:gdLst/>
              <a:ahLst/>
              <a:cxnLst/>
              <a:rect l="l" t="t" r="r" b="b"/>
              <a:pathLst>
                <a:path w="34919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18" y="34922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119025" y="238125"/>
              <a:ext cx="873000" cy="873075"/>
            </a:xfrm>
            <a:custGeom>
              <a:avLst/>
              <a:gdLst/>
              <a:ahLst/>
              <a:cxnLst/>
              <a:rect l="l" t="t" r="r" b="b"/>
              <a:pathLst>
                <a:path w="34920" h="34923" extrusionOk="0">
                  <a:moveTo>
                    <a:pt x="0" y="0"/>
                  </a:moveTo>
                  <a:lnTo>
                    <a:pt x="0" y="34922"/>
                  </a:lnTo>
                  <a:lnTo>
                    <a:pt x="34920" y="34922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75395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1627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2500050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9" y="34917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3372944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2" y="34917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245994" y="1111175"/>
              <a:ext cx="872975" cy="872925"/>
            </a:xfrm>
            <a:custGeom>
              <a:avLst/>
              <a:gdLst/>
              <a:ahLst/>
              <a:cxnLst/>
              <a:rect l="l" t="t" r="r" b="b"/>
              <a:pathLst>
                <a:path w="34919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18" y="34917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5119025" y="1111175"/>
              <a:ext cx="873000" cy="872925"/>
            </a:xfrm>
            <a:custGeom>
              <a:avLst/>
              <a:gdLst/>
              <a:ahLst/>
              <a:cxnLst/>
              <a:rect l="l" t="t" r="r" b="b"/>
              <a:pathLst>
                <a:path w="34920" h="34917" extrusionOk="0">
                  <a:moveTo>
                    <a:pt x="0" y="0"/>
                  </a:moveTo>
                  <a:lnTo>
                    <a:pt x="0" y="34917"/>
                  </a:lnTo>
                  <a:lnTo>
                    <a:pt x="34920" y="34917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5992000" y="1111175"/>
              <a:ext cx="873075" cy="872925"/>
            </a:xfrm>
            <a:custGeom>
              <a:avLst/>
              <a:gdLst/>
              <a:ahLst/>
              <a:cxnLst/>
              <a:rect l="l" t="t" r="r" b="b"/>
              <a:pathLst>
                <a:path w="34923" h="34917" extrusionOk="0">
                  <a:moveTo>
                    <a:pt x="1" y="0"/>
                  </a:moveTo>
                  <a:lnTo>
                    <a:pt x="1" y="34917"/>
                  </a:lnTo>
                  <a:lnTo>
                    <a:pt x="34923" y="34917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75395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1627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2500050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9" y="34921"/>
                  </a:lnTo>
                  <a:lnTo>
                    <a:pt x="34919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3372944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2" y="34921"/>
                  </a:lnTo>
                  <a:lnTo>
                    <a:pt x="3492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45994" y="1984125"/>
              <a:ext cx="872975" cy="873025"/>
            </a:xfrm>
            <a:custGeom>
              <a:avLst/>
              <a:gdLst/>
              <a:ahLst/>
              <a:cxnLst/>
              <a:rect l="l" t="t" r="r" b="b"/>
              <a:pathLst>
                <a:path w="34919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18" y="34921"/>
                  </a:lnTo>
                  <a:lnTo>
                    <a:pt x="34918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5119025" y="1984125"/>
              <a:ext cx="873000" cy="873025"/>
            </a:xfrm>
            <a:custGeom>
              <a:avLst/>
              <a:gdLst/>
              <a:ahLst/>
              <a:cxnLst/>
              <a:rect l="l" t="t" r="r" b="b"/>
              <a:pathLst>
                <a:path w="34920" h="34921" extrusionOk="0">
                  <a:moveTo>
                    <a:pt x="0" y="0"/>
                  </a:moveTo>
                  <a:lnTo>
                    <a:pt x="0" y="34921"/>
                  </a:lnTo>
                  <a:lnTo>
                    <a:pt x="34920" y="34921"/>
                  </a:lnTo>
                  <a:lnTo>
                    <a:pt x="3492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5992000" y="1984125"/>
              <a:ext cx="873075" cy="873025"/>
            </a:xfrm>
            <a:custGeom>
              <a:avLst/>
              <a:gdLst/>
              <a:ahLst/>
              <a:cxnLst/>
              <a:rect l="l" t="t" r="r" b="b"/>
              <a:pathLst>
                <a:path w="34923" h="34921" extrusionOk="0">
                  <a:moveTo>
                    <a:pt x="1" y="0"/>
                  </a:moveTo>
                  <a:lnTo>
                    <a:pt x="1" y="34921"/>
                  </a:lnTo>
                  <a:lnTo>
                    <a:pt x="34923" y="34921"/>
                  </a:lnTo>
                  <a:lnTo>
                    <a:pt x="3492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1627000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2499969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9" y="34924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3372944" y="2857125"/>
              <a:ext cx="873075" cy="873125"/>
            </a:xfrm>
            <a:custGeom>
              <a:avLst/>
              <a:gdLst/>
              <a:ahLst/>
              <a:cxnLst/>
              <a:rect l="l" t="t" r="r" b="b"/>
              <a:pathLst>
                <a:path w="34923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2" y="34924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4246075" y="2857125"/>
              <a:ext cx="872975" cy="873125"/>
            </a:xfrm>
            <a:custGeom>
              <a:avLst/>
              <a:gdLst/>
              <a:ahLst/>
              <a:cxnLst/>
              <a:rect l="l" t="t" r="r" b="b"/>
              <a:pathLst>
                <a:path w="34919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18" y="34924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5119025" y="2857125"/>
              <a:ext cx="873000" cy="873125"/>
            </a:xfrm>
            <a:custGeom>
              <a:avLst/>
              <a:gdLst/>
              <a:ahLst/>
              <a:cxnLst/>
              <a:rect l="l" t="t" r="r" b="b"/>
              <a:pathLst>
                <a:path w="34920" h="34925" extrusionOk="0">
                  <a:moveTo>
                    <a:pt x="0" y="1"/>
                  </a:moveTo>
                  <a:lnTo>
                    <a:pt x="0" y="34924"/>
                  </a:lnTo>
                  <a:lnTo>
                    <a:pt x="34920" y="34924"/>
                  </a:lnTo>
                  <a:lnTo>
                    <a:pt x="3492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82" name="Google Shape;5882;p35">
            <a:hlinkClick r:id="" action="ppaction://noaction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4064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3" name="Google Shape;5883;p35">
            <a:hlinkClick r:id="rId4" action="ppaction://hlinksldjump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5425" y="691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4" name="Google Shape;5884;p35">
            <a:hlinkClick r:id="rId6" action="ppaction://hlinksldjump"/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81639" y="719777"/>
            <a:ext cx="283464" cy="172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0" name="Google Shape;6780;p43"/>
          <p:cNvSpPr/>
          <p:nvPr/>
        </p:nvSpPr>
        <p:spPr>
          <a:xfrm>
            <a:off x="1586100" y="1227880"/>
            <a:ext cx="5971800" cy="2815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1" name="Google Shape;6781;p43"/>
          <p:cNvSpPr txBox="1">
            <a:spLocks noGrp="1"/>
          </p:cNvSpPr>
          <p:nvPr>
            <p:ph type="title"/>
          </p:nvPr>
        </p:nvSpPr>
        <p:spPr>
          <a:xfrm>
            <a:off x="2066562" y="-115300"/>
            <a:ext cx="52458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3000" dirty="0" smtClean="0"/>
              <a:t>COLLISION</a:t>
            </a:r>
            <a:endParaRPr sz="3000" dirty="0"/>
          </a:p>
        </p:txBody>
      </p:sp>
      <p:sp>
        <p:nvSpPr>
          <p:cNvPr id="6782" name="Google Shape;6782;p43"/>
          <p:cNvSpPr txBox="1">
            <a:spLocks noGrp="1"/>
          </p:cNvSpPr>
          <p:nvPr>
            <p:ph type="body" idx="1"/>
          </p:nvPr>
        </p:nvSpPr>
        <p:spPr>
          <a:xfrm>
            <a:off x="1862725" y="1712892"/>
            <a:ext cx="52458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indent="0">
              <a:buNone/>
            </a:pPr>
            <a:r>
              <a:rPr lang="en-GB" b="1" dirty="0" smtClean="0"/>
              <a:t>We </a:t>
            </a:r>
            <a:r>
              <a:rPr lang="en-GB" b="1" dirty="0"/>
              <a:t>check: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 smtClean="0"/>
              <a:t>Wall collision</a:t>
            </a:r>
            <a:endParaRPr lang="bs-Latn-BA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 smtClean="0"/>
              <a:t>Self-collision</a:t>
            </a:r>
            <a:endParaRPr lang="bs-Latn-BA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 smtClean="0"/>
              <a:t> </a:t>
            </a:r>
            <a:r>
              <a:rPr lang="en-GB" b="1" dirty="0"/>
              <a:t>Item collision</a:t>
            </a:r>
            <a:endParaRPr lang="en-GB" dirty="0"/>
          </a:p>
          <a:p>
            <a:pPr marL="101600" indent="0">
              <a:buNone/>
            </a:pPr>
            <a:r>
              <a:rPr lang="en-GB" b="1" dirty="0"/>
              <a:t>• Wall and self-collision remove one life</a:t>
            </a:r>
            <a:br>
              <a:rPr lang="en-GB" b="1" dirty="0"/>
            </a:br>
            <a:r>
              <a:rPr lang="en-GB" b="1" dirty="0"/>
              <a:t>• Bomb causes instant game over</a:t>
            </a:r>
            <a:br>
              <a:rPr lang="en-GB" b="1" dirty="0"/>
            </a:br>
            <a:r>
              <a:rPr lang="en-GB" b="1" dirty="0"/>
              <a:t>• After bomb, snake turns </a:t>
            </a:r>
            <a:r>
              <a:rPr lang="en-GB" b="1" dirty="0" err="1" smtClean="0"/>
              <a:t>gray</a:t>
            </a:r>
            <a:endParaRPr lang="en-GB" dirty="0"/>
          </a:p>
        </p:txBody>
      </p:sp>
      <p:sp>
        <p:nvSpPr>
          <p:cNvPr id="6783" name="Google Shape;6783;p43"/>
          <p:cNvSpPr/>
          <p:nvPr/>
        </p:nvSpPr>
        <p:spPr>
          <a:xfrm>
            <a:off x="1781725" y="1394805"/>
            <a:ext cx="162000" cy="1401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4" name="Google Shape;6784;p43"/>
          <p:cNvSpPr/>
          <p:nvPr/>
        </p:nvSpPr>
        <p:spPr>
          <a:xfrm rot="-3601102">
            <a:off x="7157040" y="3694486"/>
            <a:ext cx="162090" cy="1400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683" y="-81927"/>
            <a:ext cx="5245800" cy="1963500"/>
          </a:xfrm>
        </p:spPr>
        <p:txBody>
          <a:bodyPr/>
          <a:lstStyle/>
          <a:p>
            <a:r>
              <a:rPr lang="bs-Latn-BA" sz="3000" dirty="0" smtClean="0"/>
              <a:t>LIVES SYSTEM</a:t>
            </a: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5540" y="2030917"/>
            <a:ext cx="5245800" cy="717600"/>
          </a:xfrm>
        </p:spPr>
        <p:txBody>
          <a:bodyPr/>
          <a:lstStyle/>
          <a:p>
            <a:pPr marL="101600" indent="0">
              <a:buNone/>
            </a:pPr>
            <a:r>
              <a:rPr lang="en-GB" b="1" dirty="0"/>
              <a:t>• Game starts with 3 lives</a:t>
            </a:r>
            <a:endParaRPr lang="en-GB" dirty="0"/>
          </a:p>
          <a:p>
            <a:pPr marL="101600" indent="0">
              <a:buNone/>
            </a:pPr>
            <a:r>
              <a:rPr lang="en-GB" b="1" dirty="0"/>
              <a:t>• Regular collision removes one life</a:t>
            </a:r>
            <a:endParaRPr lang="en-GB" dirty="0"/>
          </a:p>
          <a:p>
            <a:pPr marL="101600" indent="0">
              <a:buNone/>
            </a:pPr>
            <a:r>
              <a:rPr lang="en-GB" b="1" dirty="0"/>
              <a:t>• Bomb overrides lives → immediate end</a:t>
            </a:r>
            <a:endParaRPr lang="en-GB" dirty="0"/>
          </a:p>
          <a:p>
            <a:pPr marL="101600" indent="0">
              <a:buNone/>
            </a:pPr>
            <a:r>
              <a:rPr lang="en-GB" b="1" dirty="0"/>
              <a:t>• Score tracked in real time</a:t>
            </a:r>
            <a:endParaRPr lang="en-GB" dirty="0"/>
          </a:p>
          <a:p>
            <a:pPr marL="101600" indent="0">
              <a:buNone/>
            </a:pPr>
            <a:r>
              <a:rPr lang="en-GB" dirty="0"/>
              <a:t/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83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8" name="Google Shape;5738;p34"/>
          <p:cNvSpPr txBox="1">
            <a:spLocks noGrp="1"/>
          </p:cNvSpPr>
          <p:nvPr>
            <p:ph type="title" idx="2"/>
          </p:nvPr>
        </p:nvSpPr>
        <p:spPr>
          <a:xfrm>
            <a:off x="1060389" y="2202509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ITEMS</a:t>
            </a:r>
            <a:endParaRPr dirty="0"/>
          </a:p>
        </p:txBody>
      </p:sp>
      <p:sp>
        <p:nvSpPr>
          <p:cNvPr id="5739" name="Google Shape;5739;p34"/>
          <p:cNvSpPr txBox="1">
            <a:spLocks noGrp="1"/>
          </p:cNvSpPr>
          <p:nvPr>
            <p:ph type="subTitle" idx="1"/>
          </p:nvPr>
        </p:nvSpPr>
        <p:spPr>
          <a:xfrm>
            <a:off x="663369" y="2660080"/>
            <a:ext cx="3523667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• Apple → +1 score, +1 length</a:t>
            </a:r>
            <a:br>
              <a:rPr lang="en-GB" b="1" dirty="0"/>
            </a:br>
            <a:r>
              <a:rPr lang="en-GB" b="1" dirty="0"/>
              <a:t>• Golden apple → +5 score, larger growth</a:t>
            </a:r>
            <a:br>
              <a:rPr lang="en-GB" b="1" dirty="0"/>
            </a:br>
            <a:r>
              <a:rPr lang="en-GB" b="1" dirty="0"/>
              <a:t>• Bomb → instant game over</a:t>
            </a:r>
            <a:endParaRPr lang="en-GB" dirty="0"/>
          </a:p>
          <a:p>
            <a:r>
              <a:rPr lang="en-GB" b="1" dirty="0"/>
              <a:t>• Items spawn in valid free positions</a:t>
            </a:r>
            <a:endParaRPr lang="en-GB" dirty="0"/>
          </a:p>
          <a:p>
            <a:r>
              <a:rPr lang="en-GB" dirty="0"/>
              <a:t/>
            </a:r>
            <a:br>
              <a:rPr lang="en-GB" dirty="0"/>
            </a:br>
            <a:endParaRPr dirty="0"/>
          </a:p>
        </p:txBody>
      </p:sp>
      <p:sp>
        <p:nvSpPr>
          <p:cNvPr id="5740" name="Google Shape;5740;p34"/>
          <p:cNvSpPr txBox="1">
            <a:spLocks noGrp="1"/>
          </p:cNvSpPr>
          <p:nvPr>
            <p:ph type="title" idx="3"/>
          </p:nvPr>
        </p:nvSpPr>
        <p:spPr>
          <a:xfrm>
            <a:off x="4797015" y="2208970"/>
            <a:ext cx="3088800" cy="39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dirty="0" smtClean="0"/>
              <a:t>DIFFICULTY</a:t>
            </a:r>
            <a:endParaRPr dirty="0"/>
          </a:p>
        </p:txBody>
      </p:sp>
      <p:sp>
        <p:nvSpPr>
          <p:cNvPr id="5741" name="Google Shape;5741;p34"/>
          <p:cNvSpPr txBox="1">
            <a:spLocks noGrp="1"/>
          </p:cNvSpPr>
          <p:nvPr>
            <p:ph type="subTitle" idx="4"/>
          </p:nvPr>
        </p:nvSpPr>
        <p:spPr>
          <a:xfrm>
            <a:off x="3897305" y="2531609"/>
            <a:ext cx="4594074" cy="11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• Easy → slower speed, no bombs</a:t>
            </a:r>
            <a:br>
              <a:rPr lang="en-GB" b="1" dirty="0"/>
            </a:br>
            <a:r>
              <a:rPr lang="en-GB" b="1" dirty="0"/>
              <a:t>• Medium → moderate speed, occasional bombs</a:t>
            </a:r>
            <a:br>
              <a:rPr lang="en-GB" b="1" dirty="0"/>
            </a:br>
            <a:r>
              <a:rPr lang="en-GB" b="1" dirty="0"/>
              <a:t>• Hard → high speed, frequent bombs</a:t>
            </a:r>
            <a:endParaRPr lang="en-GB" dirty="0"/>
          </a:p>
          <a:p>
            <a:r>
              <a:rPr lang="en-GB" b="1" dirty="0"/>
              <a:t>Difficulty affects:</a:t>
            </a:r>
            <a:endParaRPr lang="en-GB" dirty="0"/>
          </a:p>
          <a:p>
            <a:r>
              <a:rPr lang="en-GB" b="1" dirty="0"/>
              <a:t>• Movement speed</a:t>
            </a:r>
            <a:br>
              <a:rPr lang="en-GB" b="1" dirty="0"/>
            </a:br>
            <a:r>
              <a:rPr lang="en-GB" b="1" dirty="0"/>
              <a:t>• Bomb spawn frequency</a:t>
            </a:r>
            <a:br>
              <a:rPr lang="en-GB" b="1" dirty="0"/>
            </a:br>
            <a:r>
              <a:rPr lang="en-GB" b="1" dirty="0"/>
              <a:t>• Growth factor</a:t>
            </a:r>
            <a:endParaRPr lang="en-GB" dirty="0"/>
          </a:p>
          <a:p>
            <a:r>
              <a:rPr lang="en-GB" dirty="0"/>
              <a:t/>
            </a:r>
            <a:br>
              <a:rPr lang="en-GB" dirty="0"/>
            </a:br>
            <a:endParaRPr dirty="0"/>
          </a:p>
        </p:txBody>
      </p:sp>
      <p:grpSp>
        <p:nvGrpSpPr>
          <p:cNvPr id="5752" name="Google Shape;5752;p34"/>
          <p:cNvGrpSpPr/>
          <p:nvPr/>
        </p:nvGrpSpPr>
        <p:grpSpPr>
          <a:xfrm>
            <a:off x="2226690" y="966847"/>
            <a:ext cx="756198" cy="869681"/>
            <a:chOff x="4191725" y="1823525"/>
            <a:chExt cx="462450" cy="531850"/>
          </a:xfrm>
        </p:grpSpPr>
        <p:sp>
          <p:nvSpPr>
            <p:cNvPr id="5753" name="Google Shape;5753;p34"/>
            <p:cNvSpPr/>
            <p:nvPr/>
          </p:nvSpPr>
          <p:spPr>
            <a:xfrm>
              <a:off x="4191725" y="1823525"/>
              <a:ext cx="462450" cy="531850"/>
            </a:xfrm>
            <a:custGeom>
              <a:avLst/>
              <a:gdLst/>
              <a:ahLst/>
              <a:cxnLst/>
              <a:rect l="l" t="t" r="r" b="b"/>
              <a:pathLst>
                <a:path w="18498" h="21274" extrusionOk="0">
                  <a:moveTo>
                    <a:pt x="6474" y="1"/>
                  </a:moveTo>
                  <a:lnTo>
                    <a:pt x="6474" y="1389"/>
                  </a:lnTo>
                  <a:lnTo>
                    <a:pt x="5087" y="1389"/>
                  </a:lnTo>
                  <a:lnTo>
                    <a:pt x="5087" y="2775"/>
                  </a:lnTo>
                  <a:lnTo>
                    <a:pt x="3699" y="2775"/>
                  </a:lnTo>
                  <a:lnTo>
                    <a:pt x="3699" y="4163"/>
                  </a:lnTo>
                  <a:lnTo>
                    <a:pt x="2313" y="4163"/>
                  </a:lnTo>
                  <a:lnTo>
                    <a:pt x="2313" y="14336"/>
                  </a:lnTo>
                  <a:lnTo>
                    <a:pt x="1387" y="14336"/>
                  </a:lnTo>
                  <a:lnTo>
                    <a:pt x="1387" y="15724"/>
                  </a:lnTo>
                  <a:lnTo>
                    <a:pt x="1" y="15724"/>
                  </a:lnTo>
                  <a:lnTo>
                    <a:pt x="1" y="18499"/>
                  </a:lnTo>
                  <a:lnTo>
                    <a:pt x="5550" y="18499"/>
                  </a:lnTo>
                  <a:lnTo>
                    <a:pt x="5550" y="19885"/>
                  </a:lnTo>
                  <a:lnTo>
                    <a:pt x="6938" y="19885"/>
                  </a:lnTo>
                  <a:lnTo>
                    <a:pt x="6938" y="21273"/>
                  </a:lnTo>
                  <a:lnTo>
                    <a:pt x="11562" y="21273"/>
                  </a:lnTo>
                  <a:lnTo>
                    <a:pt x="11562" y="19885"/>
                  </a:lnTo>
                  <a:lnTo>
                    <a:pt x="12949" y="19885"/>
                  </a:lnTo>
                  <a:lnTo>
                    <a:pt x="12949" y="18499"/>
                  </a:lnTo>
                  <a:lnTo>
                    <a:pt x="18497" y="18499"/>
                  </a:lnTo>
                  <a:lnTo>
                    <a:pt x="18497" y="15724"/>
                  </a:lnTo>
                  <a:lnTo>
                    <a:pt x="17111" y="15724"/>
                  </a:lnTo>
                  <a:lnTo>
                    <a:pt x="17111" y="14336"/>
                  </a:lnTo>
                  <a:lnTo>
                    <a:pt x="16187" y="14336"/>
                  </a:lnTo>
                  <a:lnTo>
                    <a:pt x="16187" y="4163"/>
                  </a:lnTo>
                  <a:lnTo>
                    <a:pt x="14799" y="4163"/>
                  </a:lnTo>
                  <a:lnTo>
                    <a:pt x="14799" y="2775"/>
                  </a:lnTo>
                  <a:lnTo>
                    <a:pt x="13411" y="2775"/>
                  </a:lnTo>
                  <a:lnTo>
                    <a:pt x="13411" y="1389"/>
                  </a:lnTo>
                  <a:lnTo>
                    <a:pt x="12024" y="1389"/>
                  </a:lnTo>
                  <a:lnTo>
                    <a:pt x="120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34"/>
            <p:cNvSpPr/>
            <p:nvPr/>
          </p:nvSpPr>
          <p:spPr>
            <a:xfrm>
              <a:off x="4191725" y="2147225"/>
              <a:ext cx="462450" cy="138775"/>
            </a:xfrm>
            <a:custGeom>
              <a:avLst/>
              <a:gdLst/>
              <a:ahLst/>
              <a:cxnLst/>
              <a:rect l="l" t="t" r="r" b="b"/>
              <a:pathLst>
                <a:path w="18498" h="5551" extrusionOk="0">
                  <a:moveTo>
                    <a:pt x="2313" y="1"/>
                  </a:moveTo>
                  <a:lnTo>
                    <a:pt x="2313" y="1388"/>
                  </a:lnTo>
                  <a:lnTo>
                    <a:pt x="1387" y="1388"/>
                  </a:lnTo>
                  <a:lnTo>
                    <a:pt x="1387" y="2776"/>
                  </a:lnTo>
                  <a:lnTo>
                    <a:pt x="1" y="2776"/>
                  </a:lnTo>
                  <a:lnTo>
                    <a:pt x="1" y="5551"/>
                  </a:lnTo>
                  <a:lnTo>
                    <a:pt x="18497" y="5551"/>
                  </a:lnTo>
                  <a:lnTo>
                    <a:pt x="18497" y="2776"/>
                  </a:lnTo>
                  <a:lnTo>
                    <a:pt x="17111" y="2776"/>
                  </a:lnTo>
                  <a:lnTo>
                    <a:pt x="17111" y="1388"/>
                  </a:lnTo>
                  <a:lnTo>
                    <a:pt x="16187" y="1388"/>
                  </a:lnTo>
                  <a:lnTo>
                    <a:pt x="161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34"/>
            <p:cNvSpPr/>
            <p:nvPr/>
          </p:nvSpPr>
          <p:spPr>
            <a:xfrm>
              <a:off x="4249525" y="1846650"/>
              <a:ext cx="127200" cy="335300"/>
            </a:xfrm>
            <a:custGeom>
              <a:avLst/>
              <a:gdLst/>
              <a:ahLst/>
              <a:cxnLst/>
              <a:rect l="l" t="t" r="r" b="b"/>
              <a:pathLst>
                <a:path w="5088" h="13412" extrusionOk="0">
                  <a:moveTo>
                    <a:pt x="4162" y="0"/>
                  </a:moveTo>
                  <a:lnTo>
                    <a:pt x="4162" y="464"/>
                  </a:lnTo>
                  <a:lnTo>
                    <a:pt x="2775" y="464"/>
                  </a:lnTo>
                  <a:lnTo>
                    <a:pt x="2775" y="1388"/>
                  </a:lnTo>
                  <a:lnTo>
                    <a:pt x="2775" y="1850"/>
                  </a:lnTo>
                  <a:lnTo>
                    <a:pt x="1387" y="1850"/>
                  </a:lnTo>
                  <a:lnTo>
                    <a:pt x="1387" y="3238"/>
                  </a:lnTo>
                  <a:lnTo>
                    <a:pt x="1" y="3238"/>
                  </a:lnTo>
                  <a:lnTo>
                    <a:pt x="1" y="13411"/>
                  </a:lnTo>
                  <a:lnTo>
                    <a:pt x="2313" y="13411"/>
                  </a:lnTo>
                  <a:lnTo>
                    <a:pt x="2313" y="3238"/>
                  </a:lnTo>
                  <a:lnTo>
                    <a:pt x="2775" y="3238"/>
                  </a:lnTo>
                  <a:lnTo>
                    <a:pt x="2775" y="2774"/>
                  </a:lnTo>
                  <a:lnTo>
                    <a:pt x="3700" y="2774"/>
                  </a:lnTo>
                  <a:lnTo>
                    <a:pt x="3700" y="1850"/>
                  </a:lnTo>
                  <a:lnTo>
                    <a:pt x="4162" y="1850"/>
                  </a:lnTo>
                  <a:lnTo>
                    <a:pt x="4162" y="1388"/>
                  </a:lnTo>
                  <a:lnTo>
                    <a:pt x="5088" y="1388"/>
                  </a:lnTo>
                  <a:lnTo>
                    <a:pt x="5088" y="464"/>
                  </a:lnTo>
                  <a:lnTo>
                    <a:pt x="50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34"/>
            <p:cNvSpPr/>
            <p:nvPr/>
          </p:nvSpPr>
          <p:spPr>
            <a:xfrm>
              <a:off x="4191725" y="2181925"/>
              <a:ext cx="57825" cy="104075"/>
            </a:xfrm>
            <a:custGeom>
              <a:avLst/>
              <a:gdLst/>
              <a:ahLst/>
              <a:cxnLst/>
              <a:rect l="l" t="t" r="r" b="b"/>
              <a:pathLst>
                <a:path w="2313" h="4163" extrusionOk="0">
                  <a:moveTo>
                    <a:pt x="1387" y="0"/>
                  </a:moveTo>
                  <a:lnTo>
                    <a:pt x="1387" y="925"/>
                  </a:lnTo>
                  <a:lnTo>
                    <a:pt x="1387" y="1388"/>
                  </a:lnTo>
                  <a:lnTo>
                    <a:pt x="1" y="1388"/>
                  </a:lnTo>
                  <a:lnTo>
                    <a:pt x="1" y="4163"/>
                  </a:lnTo>
                  <a:lnTo>
                    <a:pt x="2313" y="4163"/>
                  </a:lnTo>
                  <a:lnTo>
                    <a:pt x="2313" y="3237"/>
                  </a:lnTo>
                  <a:lnTo>
                    <a:pt x="2313" y="1851"/>
                  </a:lnTo>
                  <a:lnTo>
                    <a:pt x="2313" y="1388"/>
                  </a:lnTo>
                  <a:lnTo>
                    <a:pt x="2313" y="925"/>
                  </a:lnTo>
                  <a:lnTo>
                    <a:pt x="23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34"/>
            <p:cNvSpPr/>
            <p:nvPr/>
          </p:nvSpPr>
          <p:spPr>
            <a:xfrm>
              <a:off x="4330450" y="2274425"/>
              <a:ext cx="57825" cy="80950"/>
            </a:xfrm>
            <a:custGeom>
              <a:avLst/>
              <a:gdLst/>
              <a:ahLst/>
              <a:cxnLst/>
              <a:rect l="l" t="t" r="r" b="b"/>
              <a:pathLst>
                <a:path w="2313" h="3238" extrusionOk="0">
                  <a:moveTo>
                    <a:pt x="1" y="1"/>
                  </a:moveTo>
                  <a:lnTo>
                    <a:pt x="1" y="1849"/>
                  </a:lnTo>
                  <a:lnTo>
                    <a:pt x="1389" y="1849"/>
                  </a:lnTo>
                  <a:lnTo>
                    <a:pt x="1389" y="2311"/>
                  </a:lnTo>
                  <a:lnTo>
                    <a:pt x="1389" y="3237"/>
                  </a:lnTo>
                  <a:lnTo>
                    <a:pt x="2313" y="3237"/>
                  </a:lnTo>
                  <a:lnTo>
                    <a:pt x="2313" y="2311"/>
                  </a:lnTo>
                  <a:lnTo>
                    <a:pt x="2313" y="1849"/>
                  </a:lnTo>
                  <a:lnTo>
                    <a:pt x="2313" y="1387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34"/>
            <p:cNvSpPr/>
            <p:nvPr/>
          </p:nvSpPr>
          <p:spPr>
            <a:xfrm>
              <a:off x="4284200" y="189290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34"/>
            <p:cNvSpPr/>
            <p:nvPr/>
          </p:nvSpPr>
          <p:spPr>
            <a:xfrm>
              <a:off x="4318900" y="185820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34"/>
            <p:cNvSpPr/>
            <p:nvPr/>
          </p:nvSpPr>
          <p:spPr>
            <a:xfrm>
              <a:off x="4226400" y="1927600"/>
              <a:ext cx="393100" cy="289050"/>
            </a:xfrm>
            <a:custGeom>
              <a:avLst/>
              <a:gdLst/>
              <a:ahLst/>
              <a:cxnLst/>
              <a:rect l="l" t="t" r="r" b="b"/>
              <a:pathLst>
                <a:path w="15724" h="11562" extrusionOk="0">
                  <a:moveTo>
                    <a:pt x="926" y="0"/>
                  </a:moveTo>
                  <a:lnTo>
                    <a:pt x="926" y="10173"/>
                  </a:lnTo>
                  <a:lnTo>
                    <a:pt x="0" y="10173"/>
                  </a:lnTo>
                  <a:lnTo>
                    <a:pt x="0" y="11561"/>
                  </a:lnTo>
                  <a:lnTo>
                    <a:pt x="15724" y="11561"/>
                  </a:lnTo>
                  <a:lnTo>
                    <a:pt x="15724" y="10173"/>
                  </a:lnTo>
                  <a:lnTo>
                    <a:pt x="14800" y="10173"/>
                  </a:lnTo>
                  <a:lnTo>
                    <a:pt x="14800" y="0"/>
                  </a:lnTo>
                  <a:lnTo>
                    <a:pt x="13412" y="0"/>
                  </a:lnTo>
                  <a:lnTo>
                    <a:pt x="13412" y="10173"/>
                  </a:lnTo>
                  <a:lnTo>
                    <a:pt x="2312" y="10173"/>
                  </a:lnTo>
                  <a:lnTo>
                    <a:pt x="23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34"/>
            <p:cNvSpPr/>
            <p:nvPr/>
          </p:nvSpPr>
          <p:spPr>
            <a:xfrm>
              <a:off x="4365150" y="2320650"/>
              <a:ext cx="115650" cy="34725"/>
            </a:xfrm>
            <a:custGeom>
              <a:avLst/>
              <a:gdLst/>
              <a:ahLst/>
              <a:cxnLst/>
              <a:rect l="l" t="t" r="r" b="b"/>
              <a:pathLst>
                <a:path w="4626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4625" y="1388"/>
                  </a:lnTo>
                  <a:lnTo>
                    <a:pt x="46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34"/>
            <p:cNvSpPr/>
            <p:nvPr/>
          </p:nvSpPr>
          <p:spPr>
            <a:xfrm>
              <a:off x="4353550" y="1823525"/>
              <a:ext cx="138800" cy="34725"/>
            </a:xfrm>
            <a:custGeom>
              <a:avLst/>
              <a:gdLst/>
              <a:ahLst/>
              <a:cxnLst/>
              <a:rect l="l" t="t" r="r" b="b"/>
              <a:pathLst>
                <a:path w="5552" h="1389" extrusionOk="0">
                  <a:moveTo>
                    <a:pt x="1" y="1"/>
                  </a:moveTo>
                  <a:lnTo>
                    <a:pt x="1" y="1389"/>
                  </a:lnTo>
                  <a:lnTo>
                    <a:pt x="5551" y="1389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34"/>
            <p:cNvSpPr/>
            <p:nvPr/>
          </p:nvSpPr>
          <p:spPr>
            <a:xfrm>
              <a:off x="4526975" y="1892900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1" y="0"/>
                  </a:moveTo>
                  <a:lnTo>
                    <a:pt x="1" y="1388"/>
                  </a:lnTo>
                  <a:lnTo>
                    <a:pt x="1389" y="1388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34"/>
            <p:cNvSpPr/>
            <p:nvPr/>
          </p:nvSpPr>
          <p:spPr>
            <a:xfrm>
              <a:off x="4492325" y="1858200"/>
              <a:ext cx="34675" cy="34725"/>
            </a:xfrm>
            <a:custGeom>
              <a:avLst/>
              <a:gdLst/>
              <a:ahLst/>
              <a:cxnLst/>
              <a:rect l="l" t="t" r="r" b="b"/>
              <a:pathLst>
                <a:path w="1387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1387" y="1388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34"/>
            <p:cNvSpPr/>
            <p:nvPr/>
          </p:nvSpPr>
          <p:spPr>
            <a:xfrm>
              <a:off x="4191725" y="2216625"/>
              <a:ext cx="462450" cy="104050"/>
            </a:xfrm>
            <a:custGeom>
              <a:avLst/>
              <a:gdLst/>
              <a:ahLst/>
              <a:cxnLst/>
              <a:rect l="l" t="t" r="r" b="b"/>
              <a:pathLst>
                <a:path w="18498" h="4162" extrusionOk="0">
                  <a:moveTo>
                    <a:pt x="1" y="0"/>
                  </a:moveTo>
                  <a:lnTo>
                    <a:pt x="1" y="2775"/>
                  </a:lnTo>
                  <a:lnTo>
                    <a:pt x="5550" y="2775"/>
                  </a:lnTo>
                  <a:lnTo>
                    <a:pt x="5550" y="4161"/>
                  </a:lnTo>
                  <a:lnTo>
                    <a:pt x="6938" y="4161"/>
                  </a:lnTo>
                  <a:lnTo>
                    <a:pt x="6938" y="2775"/>
                  </a:lnTo>
                  <a:lnTo>
                    <a:pt x="11562" y="2775"/>
                  </a:lnTo>
                  <a:lnTo>
                    <a:pt x="11562" y="4161"/>
                  </a:lnTo>
                  <a:lnTo>
                    <a:pt x="12949" y="4161"/>
                  </a:lnTo>
                  <a:lnTo>
                    <a:pt x="12949" y="2775"/>
                  </a:lnTo>
                  <a:lnTo>
                    <a:pt x="18497" y="2775"/>
                  </a:lnTo>
                  <a:lnTo>
                    <a:pt x="18497" y="0"/>
                  </a:lnTo>
                  <a:lnTo>
                    <a:pt x="17111" y="0"/>
                  </a:lnTo>
                  <a:lnTo>
                    <a:pt x="1711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6" name="Google Shape;5766;p34"/>
          <p:cNvGrpSpPr/>
          <p:nvPr/>
        </p:nvGrpSpPr>
        <p:grpSpPr>
          <a:xfrm>
            <a:off x="5900217" y="1151158"/>
            <a:ext cx="902071" cy="764814"/>
            <a:chOff x="5611625" y="1889950"/>
            <a:chExt cx="531850" cy="450925"/>
          </a:xfrm>
        </p:grpSpPr>
        <p:sp>
          <p:nvSpPr>
            <p:cNvPr id="5767" name="Google Shape;5767;p34"/>
            <p:cNvSpPr/>
            <p:nvPr/>
          </p:nvSpPr>
          <p:spPr>
            <a:xfrm>
              <a:off x="5611625" y="1924650"/>
              <a:ext cx="346825" cy="416225"/>
            </a:xfrm>
            <a:custGeom>
              <a:avLst/>
              <a:gdLst/>
              <a:ahLst/>
              <a:cxnLst/>
              <a:rect l="l" t="t" r="r" b="b"/>
              <a:pathLst>
                <a:path w="13873" h="16649" extrusionOk="0">
                  <a:moveTo>
                    <a:pt x="4161" y="0"/>
                  </a:moveTo>
                  <a:lnTo>
                    <a:pt x="4161" y="1388"/>
                  </a:lnTo>
                  <a:lnTo>
                    <a:pt x="2775" y="1388"/>
                  </a:lnTo>
                  <a:lnTo>
                    <a:pt x="2775" y="2775"/>
                  </a:lnTo>
                  <a:lnTo>
                    <a:pt x="1387" y="2775"/>
                  </a:lnTo>
                  <a:lnTo>
                    <a:pt x="1387" y="8324"/>
                  </a:lnTo>
                  <a:lnTo>
                    <a:pt x="2775" y="8324"/>
                  </a:lnTo>
                  <a:lnTo>
                    <a:pt x="2775" y="9249"/>
                  </a:lnTo>
                  <a:lnTo>
                    <a:pt x="2775" y="9712"/>
                  </a:lnTo>
                  <a:lnTo>
                    <a:pt x="2775" y="11099"/>
                  </a:lnTo>
                  <a:lnTo>
                    <a:pt x="1387" y="11099"/>
                  </a:lnTo>
                  <a:lnTo>
                    <a:pt x="1387" y="12486"/>
                  </a:lnTo>
                  <a:lnTo>
                    <a:pt x="1" y="12486"/>
                  </a:lnTo>
                  <a:lnTo>
                    <a:pt x="1" y="15260"/>
                  </a:lnTo>
                  <a:lnTo>
                    <a:pt x="1" y="16648"/>
                  </a:lnTo>
                  <a:lnTo>
                    <a:pt x="13873" y="16648"/>
                  </a:lnTo>
                  <a:lnTo>
                    <a:pt x="13873" y="15260"/>
                  </a:lnTo>
                  <a:lnTo>
                    <a:pt x="13873" y="12486"/>
                  </a:lnTo>
                  <a:lnTo>
                    <a:pt x="12486" y="12486"/>
                  </a:lnTo>
                  <a:lnTo>
                    <a:pt x="12486" y="11099"/>
                  </a:lnTo>
                  <a:lnTo>
                    <a:pt x="11098" y="11099"/>
                  </a:lnTo>
                  <a:lnTo>
                    <a:pt x="11098" y="9712"/>
                  </a:lnTo>
                  <a:lnTo>
                    <a:pt x="11098" y="9249"/>
                  </a:lnTo>
                  <a:lnTo>
                    <a:pt x="11098" y="8324"/>
                  </a:lnTo>
                  <a:lnTo>
                    <a:pt x="12486" y="8324"/>
                  </a:lnTo>
                  <a:lnTo>
                    <a:pt x="12486" y="2775"/>
                  </a:lnTo>
                  <a:lnTo>
                    <a:pt x="11098" y="2775"/>
                  </a:lnTo>
                  <a:lnTo>
                    <a:pt x="11098" y="1388"/>
                  </a:lnTo>
                  <a:lnTo>
                    <a:pt x="9712" y="1388"/>
                  </a:lnTo>
                  <a:lnTo>
                    <a:pt x="97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34"/>
            <p:cNvSpPr/>
            <p:nvPr/>
          </p:nvSpPr>
          <p:spPr>
            <a:xfrm>
              <a:off x="5646275" y="1924650"/>
              <a:ext cx="104100" cy="104075"/>
            </a:xfrm>
            <a:custGeom>
              <a:avLst/>
              <a:gdLst/>
              <a:ahLst/>
              <a:cxnLst/>
              <a:rect l="l" t="t" r="r" b="b"/>
              <a:pathLst>
                <a:path w="4164" h="4163" extrusionOk="0">
                  <a:moveTo>
                    <a:pt x="2775" y="0"/>
                  </a:moveTo>
                  <a:lnTo>
                    <a:pt x="2775" y="1388"/>
                  </a:lnTo>
                  <a:lnTo>
                    <a:pt x="1389" y="1388"/>
                  </a:lnTo>
                  <a:lnTo>
                    <a:pt x="1389" y="2775"/>
                  </a:lnTo>
                  <a:lnTo>
                    <a:pt x="1" y="2775"/>
                  </a:lnTo>
                  <a:lnTo>
                    <a:pt x="1" y="4163"/>
                  </a:lnTo>
                  <a:lnTo>
                    <a:pt x="2775" y="4163"/>
                  </a:lnTo>
                  <a:lnTo>
                    <a:pt x="2775" y="2775"/>
                  </a:lnTo>
                  <a:lnTo>
                    <a:pt x="4163" y="2775"/>
                  </a:lnTo>
                  <a:lnTo>
                    <a:pt x="4163" y="1388"/>
                  </a:lnTo>
                  <a:lnTo>
                    <a:pt x="41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34"/>
            <p:cNvSpPr/>
            <p:nvPr/>
          </p:nvSpPr>
          <p:spPr>
            <a:xfrm>
              <a:off x="5611625" y="2167425"/>
              <a:ext cx="104050" cy="104075"/>
            </a:xfrm>
            <a:custGeom>
              <a:avLst/>
              <a:gdLst/>
              <a:ahLst/>
              <a:cxnLst/>
              <a:rect l="l" t="t" r="r" b="b"/>
              <a:pathLst>
                <a:path w="4162" h="4163" extrusionOk="0">
                  <a:moveTo>
                    <a:pt x="2775" y="1"/>
                  </a:moveTo>
                  <a:lnTo>
                    <a:pt x="2775" y="1388"/>
                  </a:lnTo>
                  <a:lnTo>
                    <a:pt x="1387" y="1388"/>
                  </a:lnTo>
                  <a:lnTo>
                    <a:pt x="1387" y="2775"/>
                  </a:lnTo>
                  <a:lnTo>
                    <a:pt x="1" y="2775"/>
                  </a:lnTo>
                  <a:lnTo>
                    <a:pt x="1" y="4163"/>
                  </a:lnTo>
                  <a:lnTo>
                    <a:pt x="2775" y="4163"/>
                  </a:lnTo>
                  <a:lnTo>
                    <a:pt x="2775" y="2775"/>
                  </a:lnTo>
                  <a:lnTo>
                    <a:pt x="4161" y="2775"/>
                  </a:lnTo>
                  <a:lnTo>
                    <a:pt x="4161" y="1388"/>
                  </a:lnTo>
                  <a:lnTo>
                    <a:pt x="416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34"/>
            <p:cNvSpPr/>
            <p:nvPr/>
          </p:nvSpPr>
          <p:spPr>
            <a:xfrm>
              <a:off x="5900625" y="1889950"/>
              <a:ext cx="242850" cy="416225"/>
            </a:xfrm>
            <a:custGeom>
              <a:avLst/>
              <a:gdLst/>
              <a:ahLst/>
              <a:cxnLst/>
              <a:rect l="l" t="t" r="r" b="b"/>
              <a:pathLst>
                <a:path w="9714" h="16649" extrusionOk="0">
                  <a:moveTo>
                    <a:pt x="0" y="0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2776"/>
                  </a:lnTo>
                  <a:lnTo>
                    <a:pt x="2776" y="2776"/>
                  </a:lnTo>
                  <a:lnTo>
                    <a:pt x="2776" y="12487"/>
                  </a:lnTo>
                  <a:lnTo>
                    <a:pt x="3701" y="12487"/>
                  </a:lnTo>
                  <a:lnTo>
                    <a:pt x="3701" y="15262"/>
                  </a:lnTo>
                  <a:lnTo>
                    <a:pt x="3701" y="16186"/>
                  </a:lnTo>
                  <a:lnTo>
                    <a:pt x="3701" y="16648"/>
                  </a:lnTo>
                  <a:lnTo>
                    <a:pt x="9713" y="16648"/>
                  </a:lnTo>
                  <a:lnTo>
                    <a:pt x="9713" y="15262"/>
                  </a:lnTo>
                  <a:lnTo>
                    <a:pt x="9713" y="12487"/>
                  </a:lnTo>
                  <a:lnTo>
                    <a:pt x="8325" y="12487"/>
                  </a:lnTo>
                  <a:lnTo>
                    <a:pt x="8325" y="11100"/>
                  </a:lnTo>
                  <a:lnTo>
                    <a:pt x="6937" y="11100"/>
                  </a:lnTo>
                  <a:lnTo>
                    <a:pt x="6937" y="9712"/>
                  </a:lnTo>
                  <a:lnTo>
                    <a:pt x="6937" y="8787"/>
                  </a:lnTo>
                  <a:lnTo>
                    <a:pt x="6937" y="8325"/>
                  </a:lnTo>
                  <a:lnTo>
                    <a:pt x="8325" y="8325"/>
                  </a:lnTo>
                  <a:lnTo>
                    <a:pt x="8325" y="2776"/>
                  </a:lnTo>
                  <a:lnTo>
                    <a:pt x="6937" y="2776"/>
                  </a:lnTo>
                  <a:lnTo>
                    <a:pt x="6937" y="1388"/>
                  </a:lnTo>
                  <a:lnTo>
                    <a:pt x="5551" y="1388"/>
                  </a:lnTo>
                  <a:lnTo>
                    <a:pt x="55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34"/>
            <p:cNvSpPr/>
            <p:nvPr/>
          </p:nvSpPr>
          <p:spPr>
            <a:xfrm>
              <a:off x="5646275" y="1994000"/>
              <a:ext cx="34725" cy="138750"/>
            </a:xfrm>
            <a:custGeom>
              <a:avLst/>
              <a:gdLst/>
              <a:ahLst/>
              <a:cxnLst/>
              <a:rect l="l" t="t" r="r" b="b"/>
              <a:pathLst>
                <a:path w="1389" h="5550" extrusionOk="0">
                  <a:moveTo>
                    <a:pt x="1" y="1"/>
                  </a:moveTo>
                  <a:lnTo>
                    <a:pt x="1" y="5550"/>
                  </a:lnTo>
                  <a:lnTo>
                    <a:pt x="1389" y="5550"/>
                  </a:lnTo>
                  <a:lnTo>
                    <a:pt x="1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34"/>
            <p:cNvSpPr/>
            <p:nvPr/>
          </p:nvSpPr>
          <p:spPr>
            <a:xfrm>
              <a:off x="5889075" y="1994000"/>
              <a:ext cx="34725" cy="138750"/>
            </a:xfrm>
            <a:custGeom>
              <a:avLst/>
              <a:gdLst/>
              <a:ahLst/>
              <a:cxnLst/>
              <a:rect l="l" t="t" r="r" b="b"/>
              <a:pathLst>
                <a:path w="1389" h="5550" extrusionOk="0">
                  <a:moveTo>
                    <a:pt x="0" y="1"/>
                  </a:moveTo>
                  <a:lnTo>
                    <a:pt x="0" y="5550"/>
                  </a:lnTo>
                  <a:lnTo>
                    <a:pt x="1388" y="5550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34"/>
            <p:cNvSpPr/>
            <p:nvPr/>
          </p:nvSpPr>
          <p:spPr>
            <a:xfrm>
              <a:off x="5715650" y="1924650"/>
              <a:ext cx="138775" cy="34675"/>
            </a:xfrm>
            <a:custGeom>
              <a:avLst/>
              <a:gdLst/>
              <a:ahLst/>
              <a:cxnLst/>
              <a:rect l="l" t="t" r="r" b="b"/>
              <a:pathLst>
                <a:path w="5551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5551" y="1387"/>
                  </a:lnTo>
                  <a:lnTo>
                    <a:pt x="55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34"/>
            <p:cNvSpPr/>
            <p:nvPr/>
          </p:nvSpPr>
          <p:spPr>
            <a:xfrm>
              <a:off x="5680975" y="19593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34"/>
            <p:cNvSpPr/>
            <p:nvPr/>
          </p:nvSpPr>
          <p:spPr>
            <a:xfrm>
              <a:off x="5854400" y="19593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34"/>
            <p:cNvSpPr/>
            <p:nvPr/>
          </p:nvSpPr>
          <p:spPr>
            <a:xfrm>
              <a:off x="5819700" y="2132725"/>
              <a:ext cx="69400" cy="69425"/>
            </a:xfrm>
            <a:custGeom>
              <a:avLst/>
              <a:gdLst/>
              <a:ahLst/>
              <a:cxnLst/>
              <a:rect l="l" t="t" r="r" b="b"/>
              <a:pathLst>
                <a:path w="2776" h="2777" extrusionOk="0">
                  <a:moveTo>
                    <a:pt x="1389" y="1"/>
                  </a:moveTo>
                  <a:lnTo>
                    <a:pt x="1389" y="1389"/>
                  </a:lnTo>
                  <a:lnTo>
                    <a:pt x="1" y="1389"/>
                  </a:lnTo>
                  <a:lnTo>
                    <a:pt x="1" y="2776"/>
                  </a:lnTo>
                  <a:lnTo>
                    <a:pt x="2775" y="2776"/>
                  </a:lnTo>
                  <a:lnTo>
                    <a:pt x="2775" y="1389"/>
                  </a:lnTo>
                  <a:lnTo>
                    <a:pt x="27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34"/>
            <p:cNvSpPr/>
            <p:nvPr/>
          </p:nvSpPr>
          <p:spPr>
            <a:xfrm>
              <a:off x="5646275" y="2202125"/>
              <a:ext cx="34725" cy="34675"/>
            </a:xfrm>
            <a:custGeom>
              <a:avLst/>
              <a:gdLst/>
              <a:ahLst/>
              <a:cxnLst/>
              <a:rect l="l" t="t" r="r" b="b"/>
              <a:pathLst>
                <a:path w="1389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9" y="1387"/>
                  </a:lnTo>
                  <a:lnTo>
                    <a:pt x="13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34"/>
            <p:cNvSpPr/>
            <p:nvPr/>
          </p:nvSpPr>
          <p:spPr>
            <a:xfrm>
              <a:off x="5889075" y="2202125"/>
              <a:ext cx="34725" cy="34675"/>
            </a:xfrm>
            <a:custGeom>
              <a:avLst/>
              <a:gdLst/>
              <a:ahLst/>
              <a:cxnLst/>
              <a:rect l="l" t="t" r="r" b="b"/>
              <a:pathLst>
                <a:path w="1389" h="1387" extrusionOk="0">
                  <a:moveTo>
                    <a:pt x="0" y="0"/>
                  </a:moveTo>
                  <a:lnTo>
                    <a:pt x="0" y="1387"/>
                  </a:lnTo>
                  <a:lnTo>
                    <a:pt x="1388" y="1387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34"/>
            <p:cNvSpPr/>
            <p:nvPr/>
          </p:nvSpPr>
          <p:spPr>
            <a:xfrm>
              <a:off x="5611625" y="2236775"/>
              <a:ext cx="346825" cy="104100"/>
            </a:xfrm>
            <a:custGeom>
              <a:avLst/>
              <a:gdLst/>
              <a:ahLst/>
              <a:cxnLst/>
              <a:rect l="l" t="t" r="r" b="b"/>
              <a:pathLst>
                <a:path w="13873" h="4164" extrusionOk="0">
                  <a:moveTo>
                    <a:pt x="1" y="1"/>
                  </a:moveTo>
                  <a:lnTo>
                    <a:pt x="1" y="2775"/>
                  </a:lnTo>
                  <a:lnTo>
                    <a:pt x="1" y="4163"/>
                  </a:lnTo>
                  <a:lnTo>
                    <a:pt x="13873" y="4163"/>
                  </a:lnTo>
                  <a:lnTo>
                    <a:pt x="13873" y="2775"/>
                  </a:lnTo>
                  <a:lnTo>
                    <a:pt x="13873" y="1"/>
                  </a:lnTo>
                  <a:lnTo>
                    <a:pt x="12486" y="1"/>
                  </a:lnTo>
                  <a:lnTo>
                    <a:pt x="12486" y="2775"/>
                  </a:lnTo>
                  <a:lnTo>
                    <a:pt x="1387" y="2775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34"/>
            <p:cNvSpPr/>
            <p:nvPr/>
          </p:nvSpPr>
          <p:spPr>
            <a:xfrm>
              <a:off x="5680975" y="2132725"/>
              <a:ext cx="69400" cy="69425"/>
            </a:xfrm>
            <a:custGeom>
              <a:avLst/>
              <a:gdLst/>
              <a:ahLst/>
              <a:cxnLst/>
              <a:rect l="l" t="t" r="r" b="b"/>
              <a:pathLst>
                <a:path w="2776" h="2777" extrusionOk="0">
                  <a:moveTo>
                    <a:pt x="1" y="1"/>
                  </a:moveTo>
                  <a:lnTo>
                    <a:pt x="1" y="1389"/>
                  </a:lnTo>
                  <a:lnTo>
                    <a:pt x="1" y="2776"/>
                  </a:lnTo>
                  <a:lnTo>
                    <a:pt x="2775" y="2776"/>
                  </a:lnTo>
                  <a:lnTo>
                    <a:pt x="2775" y="1389"/>
                  </a:lnTo>
                  <a:lnTo>
                    <a:pt x="1387" y="1389"/>
                  </a:lnTo>
                  <a:lnTo>
                    <a:pt x="13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34"/>
            <p:cNvSpPr/>
            <p:nvPr/>
          </p:nvSpPr>
          <p:spPr>
            <a:xfrm>
              <a:off x="6074050" y="1959350"/>
              <a:ext cx="34725" cy="138750"/>
            </a:xfrm>
            <a:custGeom>
              <a:avLst/>
              <a:gdLst/>
              <a:ahLst/>
              <a:cxnLst/>
              <a:rect l="l" t="t" r="r" b="b"/>
              <a:pathLst>
                <a:path w="1389" h="5550" extrusionOk="0">
                  <a:moveTo>
                    <a:pt x="0" y="0"/>
                  </a:moveTo>
                  <a:lnTo>
                    <a:pt x="0" y="5549"/>
                  </a:lnTo>
                  <a:lnTo>
                    <a:pt x="1388" y="5549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2" name="Google Shape;5782;p34"/>
            <p:cNvSpPr/>
            <p:nvPr/>
          </p:nvSpPr>
          <p:spPr>
            <a:xfrm>
              <a:off x="5900625" y="1889950"/>
              <a:ext cx="138775" cy="34725"/>
            </a:xfrm>
            <a:custGeom>
              <a:avLst/>
              <a:gdLst/>
              <a:ahLst/>
              <a:cxnLst/>
              <a:rect l="l" t="t" r="r" b="b"/>
              <a:pathLst>
                <a:path w="5551" h="1389" extrusionOk="0">
                  <a:moveTo>
                    <a:pt x="0" y="0"/>
                  </a:moveTo>
                  <a:lnTo>
                    <a:pt x="0" y="1388"/>
                  </a:lnTo>
                  <a:lnTo>
                    <a:pt x="5551" y="1388"/>
                  </a:lnTo>
                  <a:lnTo>
                    <a:pt x="55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3" name="Google Shape;5783;p34"/>
            <p:cNvSpPr/>
            <p:nvPr/>
          </p:nvSpPr>
          <p:spPr>
            <a:xfrm>
              <a:off x="6039375" y="1924650"/>
              <a:ext cx="34700" cy="34675"/>
            </a:xfrm>
            <a:custGeom>
              <a:avLst/>
              <a:gdLst/>
              <a:ahLst/>
              <a:cxnLst/>
              <a:rect l="l" t="t" r="r" b="b"/>
              <a:pathLst>
                <a:path w="1388" h="1387" extrusionOk="0">
                  <a:moveTo>
                    <a:pt x="1" y="0"/>
                  </a:moveTo>
                  <a:lnTo>
                    <a:pt x="1" y="1387"/>
                  </a:lnTo>
                  <a:lnTo>
                    <a:pt x="1387" y="1387"/>
                  </a:lnTo>
                  <a:lnTo>
                    <a:pt x="1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34"/>
            <p:cNvSpPr/>
            <p:nvPr/>
          </p:nvSpPr>
          <p:spPr>
            <a:xfrm>
              <a:off x="6004675" y="2098075"/>
              <a:ext cx="69400" cy="69375"/>
            </a:xfrm>
            <a:custGeom>
              <a:avLst/>
              <a:gdLst/>
              <a:ahLst/>
              <a:cxnLst/>
              <a:rect l="l" t="t" r="r" b="b"/>
              <a:pathLst>
                <a:path w="2776" h="2775" extrusionOk="0">
                  <a:moveTo>
                    <a:pt x="1389" y="0"/>
                  </a:moveTo>
                  <a:lnTo>
                    <a:pt x="1389" y="1387"/>
                  </a:lnTo>
                  <a:lnTo>
                    <a:pt x="1" y="1387"/>
                  </a:lnTo>
                  <a:lnTo>
                    <a:pt x="1" y="2775"/>
                  </a:lnTo>
                  <a:lnTo>
                    <a:pt x="2775" y="2775"/>
                  </a:lnTo>
                  <a:lnTo>
                    <a:pt x="2775" y="1387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34"/>
            <p:cNvSpPr/>
            <p:nvPr/>
          </p:nvSpPr>
          <p:spPr>
            <a:xfrm>
              <a:off x="6074050" y="2167425"/>
              <a:ext cx="34725" cy="34725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0" y="1"/>
                  </a:moveTo>
                  <a:lnTo>
                    <a:pt x="0" y="1388"/>
                  </a:lnTo>
                  <a:lnTo>
                    <a:pt x="1388" y="1388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34"/>
            <p:cNvSpPr/>
            <p:nvPr/>
          </p:nvSpPr>
          <p:spPr>
            <a:xfrm>
              <a:off x="5993125" y="2202125"/>
              <a:ext cx="150350" cy="104050"/>
            </a:xfrm>
            <a:custGeom>
              <a:avLst/>
              <a:gdLst/>
              <a:ahLst/>
              <a:cxnLst/>
              <a:rect l="l" t="t" r="r" b="b"/>
              <a:pathLst>
                <a:path w="6014" h="4162" extrusionOk="0">
                  <a:moveTo>
                    <a:pt x="4625" y="0"/>
                  </a:moveTo>
                  <a:lnTo>
                    <a:pt x="4625" y="2775"/>
                  </a:lnTo>
                  <a:lnTo>
                    <a:pt x="1" y="2775"/>
                  </a:lnTo>
                  <a:lnTo>
                    <a:pt x="1" y="4161"/>
                  </a:lnTo>
                  <a:lnTo>
                    <a:pt x="6013" y="4161"/>
                  </a:lnTo>
                  <a:lnTo>
                    <a:pt x="6013" y="2775"/>
                  </a:lnTo>
                  <a:lnTo>
                    <a:pt x="60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88" name="Google Shape;5788;p34"/>
          <p:cNvSpPr/>
          <p:nvPr/>
        </p:nvSpPr>
        <p:spPr>
          <a:xfrm rot="10800000">
            <a:off x="2895285" y="1582298"/>
            <a:ext cx="391800" cy="391800"/>
          </a:xfrm>
          <a:prstGeom prst="halfFrame">
            <a:avLst>
              <a:gd name="adj1" fmla="val 22223"/>
              <a:gd name="adj2" fmla="val 2222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9" name="Google Shape;5789;p34"/>
          <p:cNvSpPr/>
          <p:nvPr/>
        </p:nvSpPr>
        <p:spPr>
          <a:xfrm rot="5400000">
            <a:off x="6586713" y="960827"/>
            <a:ext cx="391800" cy="391800"/>
          </a:xfrm>
          <a:prstGeom prst="halfFrame">
            <a:avLst>
              <a:gd name="adj1" fmla="val 22223"/>
              <a:gd name="adj2" fmla="val 2222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0" name="Google Shape;5790;p34"/>
          <p:cNvSpPr/>
          <p:nvPr/>
        </p:nvSpPr>
        <p:spPr>
          <a:xfrm rot="-5400000">
            <a:off x="5724267" y="1738303"/>
            <a:ext cx="391800" cy="391800"/>
          </a:xfrm>
          <a:prstGeom prst="halfFrame">
            <a:avLst>
              <a:gd name="adj1" fmla="val 22223"/>
              <a:gd name="adj2" fmla="val 2222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5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5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5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5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5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0" name="Google Shape;5600;p31"/>
          <p:cNvSpPr txBox="1">
            <a:spLocks noGrp="1"/>
          </p:cNvSpPr>
          <p:nvPr>
            <p:ph type="title"/>
          </p:nvPr>
        </p:nvSpPr>
        <p:spPr>
          <a:xfrm>
            <a:off x="385119" y="151521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s-Latn-BA" sz="1900" dirty="0" smtClean="0"/>
              <a:t>VISUAL AND AUDIO SYSTEMS</a:t>
            </a:r>
            <a:endParaRPr sz="1900" dirty="0"/>
          </a:p>
        </p:txBody>
      </p:sp>
      <p:grpSp>
        <p:nvGrpSpPr>
          <p:cNvPr id="5601" name="Google Shape;5601;p31"/>
          <p:cNvGrpSpPr/>
          <p:nvPr/>
        </p:nvGrpSpPr>
        <p:grpSpPr>
          <a:xfrm rot="-5400000">
            <a:off x="2304458" y="1783595"/>
            <a:ext cx="242781" cy="161857"/>
            <a:chOff x="2500050" y="3730175"/>
            <a:chExt cx="2619000" cy="1746025"/>
          </a:xfrm>
        </p:grpSpPr>
        <p:sp>
          <p:nvSpPr>
            <p:cNvPr id="5602" name="Google Shape;5602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6" name="Google Shape;5606;p31"/>
          <p:cNvGrpSpPr/>
          <p:nvPr/>
        </p:nvGrpSpPr>
        <p:grpSpPr>
          <a:xfrm rot="5400000">
            <a:off x="6857063" y="1727785"/>
            <a:ext cx="242781" cy="161857"/>
            <a:chOff x="2500050" y="3730175"/>
            <a:chExt cx="2619000" cy="1746025"/>
          </a:xfrm>
        </p:grpSpPr>
        <p:sp>
          <p:nvSpPr>
            <p:cNvPr id="5607" name="Google Shape;5607;p31"/>
            <p:cNvSpPr/>
            <p:nvPr/>
          </p:nvSpPr>
          <p:spPr>
            <a:xfrm>
              <a:off x="2500050" y="3730175"/>
              <a:ext cx="873000" cy="872975"/>
            </a:xfrm>
            <a:custGeom>
              <a:avLst/>
              <a:gdLst/>
              <a:ahLst/>
              <a:cxnLst/>
              <a:rect l="l" t="t" r="r" b="b"/>
              <a:pathLst>
                <a:path w="34920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9" y="34919"/>
                  </a:lnTo>
                  <a:lnTo>
                    <a:pt x="3491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31"/>
            <p:cNvSpPr/>
            <p:nvPr/>
          </p:nvSpPr>
          <p:spPr>
            <a:xfrm>
              <a:off x="3373025" y="3730175"/>
              <a:ext cx="873075" cy="872975"/>
            </a:xfrm>
            <a:custGeom>
              <a:avLst/>
              <a:gdLst/>
              <a:ahLst/>
              <a:cxnLst/>
              <a:rect l="l" t="t" r="r" b="b"/>
              <a:pathLst>
                <a:path w="34923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22" y="34919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31"/>
            <p:cNvSpPr/>
            <p:nvPr/>
          </p:nvSpPr>
          <p:spPr>
            <a:xfrm>
              <a:off x="4246075" y="3730175"/>
              <a:ext cx="872975" cy="872975"/>
            </a:xfrm>
            <a:custGeom>
              <a:avLst/>
              <a:gdLst/>
              <a:ahLst/>
              <a:cxnLst/>
              <a:rect l="l" t="t" r="r" b="b"/>
              <a:pathLst>
                <a:path w="34919" h="34919" extrusionOk="0">
                  <a:moveTo>
                    <a:pt x="0" y="1"/>
                  </a:moveTo>
                  <a:lnTo>
                    <a:pt x="0" y="34919"/>
                  </a:lnTo>
                  <a:lnTo>
                    <a:pt x="34918" y="34919"/>
                  </a:lnTo>
                  <a:lnTo>
                    <a:pt x="3491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31"/>
            <p:cNvSpPr/>
            <p:nvPr/>
          </p:nvSpPr>
          <p:spPr>
            <a:xfrm>
              <a:off x="3373025" y="4603125"/>
              <a:ext cx="873075" cy="873075"/>
            </a:xfrm>
            <a:custGeom>
              <a:avLst/>
              <a:gdLst/>
              <a:ahLst/>
              <a:cxnLst/>
              <a:rect l="l" t="t" r="r" b="b"/>
              <a:pathLst>
                <a:path w="34923" h="34923" extrusionOk="0">
                  <a:moveTo>
                    <a:pt x="0" y="1"/>
                  </a:moveTo>
                  <a:lnTo>
                    <a:pt x="0" y="34923"/>
                  </a:lnTo>
                  <a:lnTo>
                    <a:pt x="34922" y="34923"/>
                  </a:lnTo>
                  <a:lnTo>
                    <a:pt x="3492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16" name="Google Shape;5616;p31"/>
          <p:cNvSpPr txBox="1">
            <a:spLocks noGrp="1"/>
          </p:cNvSpPr>
          <p:nvPr>
            <p:ph type="subTitle" idx="6"/>
          </p:nvPr>
        </p:nvSpPr>
        <p:spPr>
          <a:xfrm>
            <a:off x="834868" y="2321525"/>
            <a:ext cx="7474263" cy="6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300" b="1" dirty="0" smtClean="0"/>
              <a:t>Event-based </a:t>
            </a:r>
            <a:r>
              <a:rPr lang="en-GB" sz="1300" b="1" dirty="0"/>
              <a:t>sound effects</a:t>
            </a:r>
            <a:br>
              <a:rPr lang="en-GB" sz="1300" b="1" dirty="0"/>
            </a:br>
            <a:r>
              <a:rPr lang="en-GB" sz="1300" b="1" dirty="0"/>
              <a:t>• Golden apple sound</a:t>
            </a:r>
            <a:br>
              <a:rPr lang="en-GB" sz="1300" b="1" dirty="0"/>
            </a:br>
            <a:r>
              <a:rPr lang="en-GB" sz="1300" b="1" dirty="0"/>
              <a:t>• Bomb sound</a:t>
            </a:r>
            <a:br>
              <a:rPr lang="en-GB" sz="1300" b="1" dirty="0"/>
            </a:br>
            <a:r>
              <a:rPr lang="en-GB" sz="1300" b="1" dirty="0"/>
              <a:t>• Background music</a:t>
            </a:r>
            <a:endParaRPr lang="en-GB" sz="1300" dirty="0"/>
          </a:p>
          <a:p>
            <a:r>
              <a:rPr lang="en-GB" sz="1300" b="1" dirty="0"/>
              <a:t>• Snake rendered with smooth circular segments</a:t>
            </a:r>
            <a:br>
              <a:rPr lang="en-GB" sz="1300" b="1" dirty="0"/>
            </a:br>
            <a:r>
              <a:rPr lang="en-GB" sz="1300" b="1" dirty="0"/>
              <a:t>• </a:t>
            </a:r>
            <a:r>
              <a:rPr lang="en-GB" sz="1300" b="1" dirty="0" err="1"/>
              <a:t>Color</a:t>
            </a:r>
            <a:r>
              <a:rPr lang="en-GB" sz="1300" b="1" dirty="0"/>
              <a:t> changes to </a:t>
            </a:r>
            <a:r>
              <a:rPr lang="en-GB" sz="1300" b="1" dirty="0" err="1"/>
              <a:t>gray</a:t>
            </a:r>
            <a:r>
              <a:rPr lang="en-GB" sz="1300" b="1" dirty="0"/>
              <a:t> after bomb</a:t>
            </a:r>
            <a:endParaRPr lang="en-GB" sz="1300" dirty="0"/>
          </a:p>
          <a:p>
            <a:r>
              <a:rPr lang="en-GB" sz="1300" dirty="0"/>
              <a:t/>
            </a:r>
            <a:br>
              <a:rPr lang="en-GB" sz="1300" dirty="0"/>
            </a:br>
            <a:endParaRPr sz="1300" dirty="0"/>
          </a:p>
        </p:txBody>
      </p:sp>
      <p:sp>
        <p:nvSpPr>
          <p:cNvPr id="4" name="Title 3"/>
          <p:cNvSpPr>
            <a:spLocks noGrp="1"/>
          </p:cNvSpPr>
          <p:nvPr>
            <p:ph type="title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 Video Games Newsletter Purple Variant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B8FF66"/>
      </a:accent1>
      <a:accent2>
        <a:srgbClr val="67C91B"/>
      </a:accent2>
      <a:accent3>
        <a:srgbClr val="ACF132"/>
      </a:accent3>
      <a:accent4>
        <a:srgbClr val="C6FF99"/>
      </a:accent4>
      <a:accent5>
        <a:srgbClr val="00BF20"/>
      </a:accent5>
      <a:accent6>
        <a:srgbClr val="871C68"/>
      </a:accent6>
      <a:hlink>
        <a:srgbClr val="B8FF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331</Words>
  <Application>Microsoft Office PowerPoint</Application>
  <PresentationFormat>On-screen Show (16:9)</PresentationFormat>
  <Paragraphs>46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Lato</vt:lpstr>
      <vt:lpstr>Orbitron ExtraBold</vt:lpstr>
      <vt:lpstr>Lato Black</vt:lpstr>
      <vt:lpstr>Advent Pro</vt:lpstr>
      <vt:lpstr>Advent Pro Medium</vt:lpstr>
      <vt:lpstr>Arial</vt:lpstr>
      <vt:lpstr>Wingdings</vt:lpstr>
      <vt:lpstr>Retro Video Games Newsletter Purple Variant by Slidesgo</vt:lpstr>
      <vt:lpstr>SNAKE GAME</vt:lpstr>
      <vt:lpstr>SNAKE GAME AND AI</vt:lpstr>
      <vt:lpstr>SNAKE MOVEMENT</vt:lpstr>
      <vt:lpstr>GAME UPDATE LOOP</vt:lpstr>
      <vt:lpstr>A STAR</vt:lpstr>
      <vt:lpstr>COLLISION</vt:lpstr>
      <vt:lpstr>LIVES SYSTEM</vt:lpstr>
      <vt:lpstr>ITEMS</vt:lpstr>
      <vt:lpstr>VISUAL AND AUDIO SYSTEMS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SNAKE GAME</dc:title>
  <dc:creator>Korisnik</dc:creator>
  <cp:lastModifiedBy>Korisnik</cp:lastModifiedBy>
  <cp:revision>3</cp:revision>
  <dcterms:modified xsi:type="dcterms:W3CDTF">2026-03-01T22:28:48Z</dcterms:modified>
</cp:coreProperties>
</file>